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solidFill>
            <a:srgbClr val="0000FF"/>
          </a:solidFill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FF"/>
                </a:solidFill>
                <a:latin typeface="Arial Black"/>
              </a:defRPr>
            </a:pPr>
            <a:r>
              <a:t>AMAZING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