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Professional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Points:</a:t>
            </a:r>
          </a:p>
          <a:p>
            <a:pPr lvl="1"/>
            <a:r>
              <a:t>• Important topic one</a:t>
            </a:r>
          </a:p>
          <a:p>
            <a:pPr lvl="1"/>
            <a:r>
              <a:t>• Critical information two</a:t>
            </a:r>
          </a:p>
          <a:p>
            <a:pPr lvl="1"/>
            <a:r>
              <a:t>• Essential detail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Contact</a:t>
            </a:r>
          </a:p>
          <a:p>
            <a:pPr lvl="1"/>
            <a:r>
              <a:t>Email: presenter@company.com</a:t>
            </a:r>
          </a:p>
          <a:p>
            <a:pPr lvl="1"/>
            <a:r>
              <a:t>Phone: (555) 123-4567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