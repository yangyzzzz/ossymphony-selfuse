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t>This is a Very Long Title That Doesn't Fit Well Into the Standard Text Box Frame and Needs Automatic Font Size Adjustment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Demonstration of text overflow issue in title text 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