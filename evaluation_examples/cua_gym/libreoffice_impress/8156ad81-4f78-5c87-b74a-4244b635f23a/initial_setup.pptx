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Executive Team</a:t>
            </a:r>
          </a:p>
        </p:txBody>
      </p:sp>
      <p:sp>
        <p:nvSpPr>
          <p:cNvPr id="4" name="SlideNumber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grew 12% YoY</a:t>
            </a:r>
          </a:p>
          <a:p>
            <a:r>
              <a:t>• Europe led with 16% growth</a:t>
            </a:r>
          </a:p>
        </p:txBody>
      </p:sp>
      <p:sp>
        <p:nvSpPr>
          <p:cNvPr id="4" name="SlideNumber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Finalize Q2 budget</a:t>
            </a:r>
          </a:p>
          <a:p>
            <a:r>
              <a:t>2. Launch marketing campaign</a:t>
            </a:r>
          </a:p>
          <a:p>
            <a:r>
              <a:t>3. Expand partner program</a:t>
            </a:r>
          </a:p>
        </p:txBody>
      </p:sp>
      <p:sp>
        <p:nvSpPr>
          <p:cNvPr id="4" name="SlideNumber"/>
          <p:cNvSpPr txBox="1"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