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0050C8"/>
                </a:solidFill>
              </a:rPr>
              <a:t>Main Heading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