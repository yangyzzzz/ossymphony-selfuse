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Rectangle"/>
          <p:cNvSpPr/>
          <p:nvPr/>
        </p:nvSpPr>
        <p:spPr>
          <a:xfrm>
            <a:off x="13716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hapeCircle"/>
          <p:cNvSpPr/>
          <p:nvPr/>
        </p:nvSpPr>
        <p:spPr>
          <a:xfrm>
            <a:off x="1371600" y="27432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apeStar"/>
          <p:cNvSpPr/>
          <p:nvPr/>
        </p:nvSpPr>
        <p:spPr>
          <a:xfrm>
            <a:off x="1371600" y="4114800"/>
            <a:ext cx="1828800" cy="9144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