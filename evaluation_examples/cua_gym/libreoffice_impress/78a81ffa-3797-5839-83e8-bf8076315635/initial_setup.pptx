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 – Before Banded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05192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905192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  <a:tr h="905195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