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Initial state before tweaks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bullet points here 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36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Another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body text 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Yet Another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 more body text 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7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/>
              <a:t>Sample text box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0"/>
            <a:ext cx="7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/>
              <a:t>Sample text box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880000"/>
            <a:ext cx="7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/>
              <a:t>Sample text box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