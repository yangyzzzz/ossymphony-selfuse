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>
                <a:solidFill>
                  <a:srgbClr val="2C3E50"/>
                </a:solidFill>
              </a:defRPr>
            </a:pPr>
            <a:r>
              <a:t>Marketing Strategy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</a:defRPr>
            </a:pPr>
            <a:r>
              <a:t>Market Analysis &amp; Opportunities</a:t>
            </a:r>
          </a:p>
          <a:p>
            <a:pPr lvl="1">
              <a:defRPr sz="1440"/>
            </a:pPr>
            <a:r>
              <a:t>• Identify emerging market trends and consumer behavior shifts</a:t>
            </a:r>
          </a:p>
          <a:p>
            <a:pPr lvl="1">
              <a:defRPr sz="1440"/>
            </a:pPr>
            <a:r>
              <a:t>• Analyze competitor positioning and market gaps</a:t>
            </a:r>
          </a:p>
          <a:p>
            <a:pPr>
              <a:defRPr sz="1800" b="1">
                <a:solidFill>
                  <a:srgbClr val="34495E"/>
                </a:solidFill>
              </a:defRPr>
            </a:pPr>
            <a:r>
              <a:t>Target Audience &amp; Segmentation</a:t>
            </a:r>
          </a:p>
          <a:p>
            <a:pPr lvl="1">
              <a:defRPr sz="1440"/>
            </a:pPr>
            <a:r>
              <a:t>• Define primary and secondary customer segments</a:t>
            </a:r>
          </a:p>
          <a:p>
            <a:pPr lvl="1">
              <a:defRPr sz="1440"/>
            </a:pPr>
            <a:r>
              <a:t>• Develop targeted messaging and value propositions</a:t>
            </a:r>
          </a:p>
          <a:p>
            <a:pPr>
              <a:defRPr sz="1800" b="1">
                <a:solidFill>
                  <a:srgbClr val="34495E"/>
                </a:solidFill>
              </a:defRPr>
            </a:pPr>
            <a:r>
              <a:t>Growth Initiatives &amp; KPIs</a:t>
            </a:r>
          </a:p>
          <a:p>
            <a:pPr lvl="1">
              <a:defRPr sz="1440"/>
            </a:pPr>
            <a:r>
              <a:t>• Launch integrated digital marketing campaigns</a:t>
            </a:r>
          </a:p>
          <a:p>
            <a:pPr lvl="1">
              <a:defRPr sz="1440"/>
            </a:pPr>
            <a:r>
              <a:t>• Establish measurable success metrics and benchmarks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