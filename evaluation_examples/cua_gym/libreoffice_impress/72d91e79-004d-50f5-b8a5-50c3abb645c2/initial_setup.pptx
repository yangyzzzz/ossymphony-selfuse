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Liberation Sans"/>
              </a:rP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latin typeface="DejaVu Serif"/>
              </a:rP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