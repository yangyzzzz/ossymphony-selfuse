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2010-2015</a:t>
            </a:r>
          </a:p>
          <a:p>
            <a:pPr/>
            <a:r>
              <a:t>Pages 5-10</a:t>
            </a:r>
          </a:p>
          <a:p>
            <a:pPr/>
            <a:r>
              <a:t>Score 50-75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Miscellaneous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event runs 8-12 each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