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Slide 190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</a:rPr>
              <a:t>Deep Navy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