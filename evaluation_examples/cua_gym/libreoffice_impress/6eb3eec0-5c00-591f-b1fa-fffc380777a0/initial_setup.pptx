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t>Paragraph 1: Lorem ipsum dolor sit amet, consectetur adipiscing elit.</a:t>
            </a:r>
          </a:p>
          <a:p>
            <a:pPr algn="l"/>
            <a:r>
              <a:t>Paragraph 2: Integer nec odio. Praesent libero. Sed cursus ante dapibus diam.</a:t>
            </a:r>
          </a:p>
          <a:p>
            <a:pPr algn="l"/>
            <a:r>
              <a:t>Paragraph 3: Sed nisi. Nulla quis sem at nibh elementum imperdiet.</a:t>
            </a:r>
          </a:p>
          <a:p>
            <a:pPr algn="l"/>
            <a:r>
              <a:t>Paragraph 4: Duis sagittis ipsum. Praesent mauris. Fusce nec tellus 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