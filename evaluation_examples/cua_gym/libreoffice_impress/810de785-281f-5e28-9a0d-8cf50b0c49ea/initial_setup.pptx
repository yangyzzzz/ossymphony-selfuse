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content on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Arial"/>
              </a:rPr>
              <a:t>This came from an Arial source.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Calibri"/>
              </a:rPr>
              <a:t>This block arrived in Calibri.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Courier New"/>
              </a:rPr>
              <a:t>Old code sample in Courier New.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