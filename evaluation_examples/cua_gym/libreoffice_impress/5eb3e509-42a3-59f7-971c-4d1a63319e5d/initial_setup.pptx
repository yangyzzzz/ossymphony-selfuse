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Strategy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Review and Future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our quarterly business review</a:t>
            </a:r>
          </a:p>
          <a:p>
            <a:pPr lvl="1"/>
            <a:r>
              <a:t>Today we'll cover key performance metrics</a:t>
            </a:r>
          </a:p>
          <a:p>
            <a:pPr lvl="1"/>
            <a:r>
              <a:t>Strategic initiatives for next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 from today's presentation:</a:t>
            </a:r>
          </a:p>
          <a:p>
            <a:pPr lvl="1"/>
            <a:r>
              <a:t>Strong performance in Q3 with 15% growth</a:t>
            </a:r>
          </a:p>
          <a:p>
            <a:pPr lvl="1"/>
            <a:r>
              <a:t>New market opportunities identified</a:t>
            </a:r>
          </a:p>
          <a:p>
            <a:pPr lvl="1"/>
            <a:r>
              <a:t>Strategic focus on digital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Performance Analysis</a:t>
            </a:r>
          </a:p>
          <a:p>
            <a:pPr lvl="1"/>
            <a:r>
              <a:t>Revenue increased by 15% year-over-year</a:t>
            </a:r>
          </a:p>
          <a:p>
            <a:pPr lvl="1"/>
            <a:r>
              <a:t>Customer satisfaction scores improved to 92%</a:t>
            </a:r>
          </a:p>
          <a:p>
            <a:pPr lvl="1"/>
            <a:r>
              <a:t>Market share expanded in key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Status Overview</a:t>
            </a:r>
          </a:p>
          <a:p>
            <a:pPr lvl="1"/>
            <a:r>
              <a:t>All quarterly targets exceeded</a:t>
            </a:r>
          </a:p>
          <a:p>
            <a:pPr lvl="1"/>
            <a:r>
              <a:t>Team performance at all-time high</a:t>
            </a:r>
          </a:p>
          <a:p>
            <a:pPr lvl="1"/>
            <a:r>
              <a:t>Ready to implement Q4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