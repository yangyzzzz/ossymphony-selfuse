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Overview and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Project Components:</a:t>
            </a:r>
          </a:p>
          <a:p>
            <a:pPr/>
            <a:r>
              <a:t>• Project Scope and Timeline</a:t>
            </a:r>
          </a:p>
          <a:p>
            <a:pPr/>
            <a:r>
              <a:t>• Resource Allocation</a:t>
            </a:r>
          </a:p>
          <a:p>
            <a:pPr/>
            <a:r>
              <a:t>• Details</a:t>
            </a:r>
          </a:p>
          <a:p>
            <a:pPr/>
            <a:r>
              <a:t>• Risk Assessment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Planning (2 months)</a:t>
            </a:r>
          </a:p>
          <a:p>
            <a:r>
              <a:t>Phase 2: Development (6 months)</a:t>
            </a:r>
          </a:p>
          <a:p>
            <a:r>
              <a:t>Phase 3: Testing (2 months)</a:t>
            </a:r>
          </a:p>
          <a:p>
            <a:r>
              <a:t>Phase 4: Deployment (1 month)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Team Size: 12 members</a:t>
            </a:r>
          </a:p>
          <a:p>
            <a:r>
              <a:t>Budget: $500,000</a:t>
            </a:r>
          </a:p>
          <a:p>
            <a:r>
              <a:t>Technology Stack: Modern web technologies</a:t>
            </a:r>
          </a:p>
          <a:p>
            <a:r>
              <a:t>Infrastructure: Cloud-based solutions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Project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Technical Specifications:</a:t>
            </a:r>
          </a:p>
          <a:p>
            <a:r>
              <a:t>• Architecture Design</a:t>
            </a:r>
          </a:p>
          <a:p>
            <a:r>
              <a:t>• Database Schema</a:t>
            </a:r>
          </a:p>
          <a:p>
            <a:r>
              <a:t>• Security Implementation</a:t>
            </a:r>
          </a:p>
          <a:p>
            <a:r>
              <a:t>• Performance Metrics</a:t>
            </a:r>
          </a:p>
          <a:p>
            <a:r>
              <a:t>• Integration Points</a:t>
            </a:r>
          </a:p>
          <a:p>
            <a:r>
              <a:t>• Testing Procedures</a:t>
            </a:r>
          </a:p>
          <a:p>
            <a:r>
              <a:t>• Deployment Strategy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