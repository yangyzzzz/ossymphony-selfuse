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Live Demo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Product Demonstration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Introduction to features</a:t>
            </a:r>
          </a:p>
          <a:p>
            <a:r>
              <a:t>• Live demonstration</a:t>
            </a:r>
          </a:p>
          <a:p>
            <a:r>
              <a:t>• Q&amp;A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Feature A: Enhanced performance</a:t>
            </a:r>
          </a:p>
          <a:p>
            <a:r>
              <a:t>• Feature B: User-friendly interface</a:t>
            </a:r>
          </a:p>
          <a:p>
            <a:r>
              <a:t>• Feature C: Advanced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System requirements</a:t>
            </a:r>
          </a:p>
          <a:p>
            <a:r>
              <a:t>• Installation process</a:t>
            </a:r>
          </a:p>
          <a:p>
            <a:r>
              <a:t>• Configuration settings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Initial setup</a:t>
            </a:r>
          </a:p>
          <a:p>
            <a:r>
              <a:t>• Basic configuration</a:t>
            </a:r>
          </a:p>
          <a:p>
            <a:r>
              <a:t>• First steps tutorial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Demo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Watch the complete demonstration</a:t>
            </a:r>
          </a:p>
          <a:p>
            <a:r>
              <a:t>• Key features highlight</a:t>
            </a:r>
          </a:p>
          <a:p>
            <a:r>
              <a:t>• Use case scenarios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