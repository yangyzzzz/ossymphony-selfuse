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Bullet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A</a:t>
            </a:r>
          </a:p>
          <a:p>
            <a:pPr lvl="1"/>
            <a:r>
              <a:t>Subtopic A1</a:t>
            </a:r>
          </a:p>
          <a:p>
            <a:pPr lvl="2"/>
            <a:r>
              <a:t>Detail A1a</a:t>
            </a:r>
          </a:p>
          <a:p>
            <a:pPr lvl="2"/>
            <a:r>
              <a:t>Detail A1b</a:t>
            </a:r>
          </a:p>
          <a:p>
            <a:pPr lvl="1"/>
            <a:r>
              <a:t>Subtopic A2</a:t>
            </a:r>
          </a:p>
          <a:p>
            <a:pPr lvl="2"/>
            <a:r>
              <a:t>Detail A2a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