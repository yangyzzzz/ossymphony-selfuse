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Demonstrating footnotes to endnotes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 –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is some text that refers to footnote 1.</a:t>
            </a:r>
          </a:p>
        </p:txBody>
      </p:sp>
      <p:sp>
        <p:nvSpPr>
          <p:cNvPr id="4" name="FootnoteBox1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1. Footnote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 –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is more text that refers to footnote 2.</a:t>
            </a:r>
          </a:p>
        </p:txBody>
      </p:sp>
      <p:sp>
        <p:nvSpPr>
          <p:cNvPr id="4" name="FootnoteBox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2. Another footnote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