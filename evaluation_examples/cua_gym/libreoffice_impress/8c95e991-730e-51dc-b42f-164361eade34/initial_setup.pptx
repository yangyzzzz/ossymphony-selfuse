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Removing trailing spaces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paragraph has unwanted spaces at the end.   </a:t>
            </a:r>
          </a:p>
          <a:p>
            <a:r>
              <a:t>Another line that also suffers from trailing blanks.   </a:t>
            </a:r>
          </a:p>
          <a:p>
            <a:r>
              <a:t>Clean line without trailing spaces.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 Title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paragraph with spaces at end.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