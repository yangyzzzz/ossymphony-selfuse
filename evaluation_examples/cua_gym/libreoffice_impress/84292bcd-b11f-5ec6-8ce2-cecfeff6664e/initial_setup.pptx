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Planning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Deliver MVP</a:t>
            </a:r>
          </a:p>
          <a:p>
            <a:pPr>
              <a:defRPr sz="1800"/>
            </a:pPr>
            <a:r>
              <a:t>Gather user feedback</a:t>
            </a:r>
          </a:p>
          <a:p>
            <a:pPr>
              <a:defRPr sz="1800"/>
            </a:pPr>
            <a:r>
              <a:t>Refine product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1 – Research</a:t>
            </a:r>
          </a:p>
          <a:p>
            <a:pPr>
              <a:defRPr sz="1800"/>
            </a:pPr>
            <a:r>
              <a:t>Phase 2 – Development</a:t>
            </a:r>
          </a:p>
          <a:p>
            <a:pPr>
              <a:defRPr sz="1800"/>
            </a:pPr>
            <a:r>
              <a:t>Phase 3 –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