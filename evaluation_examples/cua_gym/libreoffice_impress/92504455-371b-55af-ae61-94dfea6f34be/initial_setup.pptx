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Q2 2024 Performance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Market trends showing positive growth</a:t>
            </a:r>
          </a:p>
          <a:p>
            <a:r>
              <a:t>• Customer satisfaction rates improved</a:t>
            </a:r>
          </a:p>
          <a:p>
            <a:r>
              <a:t>• New product launches successful</a:t>
            </a:r>
          </a:p>
          <a:p>
            <a:r>
              <a:t>• Competitive positioning strengthened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Revenue increased by 15%</a:t>
            </a:r>
          </a:p>
          <a:p>
            <a:r>
              <a:t>• Operating margins improved</a:t>
            </a:r>
          </a:p>
          <a:p>
            <a:r>
              <a:t>• Cost reduction initiatives successful</a:t>
            </a:r>
          </a:p>
          <a:p>
            <a:r>
              <a:t>• Investment in R&amp;D expanded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Employee engagement scores high</a:t>
            </a:r>
          </a:p>
          <a:p>
            <a:r>
              <a:t>• Training programs completed</a:t>
            </a:r>
          </a:p>
          <a:p>
            <a:r>
              <a:t>• New hires successfully onboarded</a:t>
            </a:r>
          </a:p>
          <a:p>
            <a:r>
              <a:t>• Performance targets exceeded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Performance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Sales targets exceeded by 12%</a:t>
            </a:r>
          </a:p>
          <a:p>
            <a:r>
              <a:t>• Customer retention rate: 94%</a:t>
            </a:r>
          </a:p>
          <a:p>
            <a:r>
              <a:t>• New market segments penetrated</a:t>
            </a:r>
          </a:p>
          <a:p>
            <a:r>
              <a:t>• Product quality metrics improved</a:t>
            </a:r>
          </a:p>
          <a:p>
            <a:r>
              <a:t>• Team productivity increased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