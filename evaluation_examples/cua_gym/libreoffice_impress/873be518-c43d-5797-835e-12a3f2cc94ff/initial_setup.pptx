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 to our presentation</a:t>
            </a:r>
          </a:p>
          <a:p>
            <a:pPr/>
            <a:r>
              <a:t>Agenda overview</a:t>
            </a:r>
          </a:p>
          <a:p>
            <a:pPr/>
            <a:r>
              <a:t>Key objectives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background</a:t>
            </a:r>
          </a:p>
          <a:p>
            <a:pPr/>
            <a:r>
              <a:t>Scope and timeline</a:t>
            </a:r>
          </a:p>
          <a:p>
            <a:pPr/>
            <a:r>
              <a:t>Team members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challenges</a:t>
            </a:r>
          </a:p>
          <a:p>
            <a:pPr/>
            <a:r>
              <a:t>Market analysis</a:t>
            </a:r>
          </a:p>
          <a:p>
            <a:pPr/>
            <a:r>
              <a:t>Opportunity identification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 approach</a:t>
            </a:r>
          </a:p>
          <a:p>
            <a:pPr/>
            <a:r>
              <a:t>Data collection methods</a:t>
            </a:r>
          </a:p>
          <a:p>
            <a:pPr/>
            <a:r>
              <a:t>Analysis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Statistical overview</a:t>
            </a:r>
          </a:p>
          <a:p>
            <a:pPr/>
            <a:r>
              <a:t>Trend identification</a:t>
            </a:r>
          </a:p>
          <a:p>
            <a:pPr/>
            <a:r>
              <a:t>Pattern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findings</a:t>
            </a:r>
          </a:p>
          <a:p>
            <a:pPr/>
            <a:r>
              <a:t>Secondary observations</a:t>
            </a:r>
          </a:p>
          <a:p>
            <a:pPr/>
            <a:r>
              <a:t>Performance metrics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Critical insights</a:t>
            </a:r>
          </a:p>
          <a:p>
            <a:pPr/>
            <a:r>
              <a:t>Success factors</a:t>
            </a:r>
          </a:p>
          <a:p>
            <a:pPr/>
            <a:r>
              <a:t>Areas for improvement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of results</a:t>
            </a:r>
          </a:p>
          <a:p>
            <a:pPr/>
            <a:r>
              <a:t>Next steps</a:t>
            </a:r>
          </a:p>
          <a:p>
            <a:pPr/>
            <a:r>
              <a:t>Recommendations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