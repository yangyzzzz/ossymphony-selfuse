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1440000"/>
          <a:ext cx="720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000"/>
                <a:gridCol w="2400000"/>
                <a:gridCol w="2400000"/>
              </a:tblGrid>
              <a:tr h="60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