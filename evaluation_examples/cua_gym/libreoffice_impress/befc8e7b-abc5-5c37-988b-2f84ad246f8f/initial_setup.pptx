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North Region up 15 %</a:t>
            </a:r>
          </a:p>
          <a:p>
            <a:pPr/>
            <a:r>
              <a:t>South Region stable</a:t>
            </a:r>
          </a:p>
          <a:p>
            <a:pPr/>
            <a:r>
              <a:t>East Region down 4 %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 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$1.4 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