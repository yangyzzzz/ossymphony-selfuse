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Sales Data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(Million $)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25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2023 Results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performance across all quarters</a:t>
            </a:r>
          </a:p>
          <a:p>
            <a:r>
              <a:t>• Revenue targets exceeded</a:t>
            </a:r>
          </a:p>
          <a:p>
            <a:r>
              <a:t>• Market share growth continues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Competitive landscape overview</a:t>
            </a:r>
          </a:p>
          <a:p>
            <a:r>
              <a:t>• Customer segment analysis</a:t>
            </a:r>
          </a:p>
          <a:p>
            <a:r>
              <a:t>• Growth opportunities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A: 35% growth</a:t>
            </a:r>
          </a:p>
          <a:p>
            <a:r>
              <a:t>• Product B: 28% growth</a:t>
            </a:r>
          </a:p>
          <a:p>
            <a:r>
              <a:t>• Product C: 42%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North America: $2.1M</a:t>
            </a:r>
          </a:p>
          <a:p>
            <a:r>
              <a:t>• Europe: $1.8M</a:t>
            </a:r>
          </a:p>
          <a:p>
            <a:r>
              <a:t>• Asia Pacific: $1.2M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satisfaction: 94%</a:t>
            </a:r>
          </a:p>
          <a:p>
            <a:r>
              <a:t>• Net Promoter Score: 68</a:t>
            </a:r>
          </a:p>
          <a:p>
            <a:r>
              <a:t>• Customer retention: 87%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Quarterly Sales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