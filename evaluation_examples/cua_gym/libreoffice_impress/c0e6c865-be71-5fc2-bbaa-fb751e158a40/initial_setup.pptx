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Draft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</a:t>
            </a:r>
            <a:r>
              <a:rPr sz="1800">
                <a:solidFill>
                  <a:srgbClr val="FF0000"/>
                </a:solidFill>
              </a:rPr>
              <a:t>outdated</a:t>
            </a:r>
            <a:r>
              <a:t> the </a:t>
            </a:r>
            <a:r>
              <a:rPr sz="1800">
                <a:solidFill>
                  <a:srgbClr val="0066CC"/>
                </a:solidFill>
              </a:rPr>
              <a:t>updated</a:t>
            </a:r>
            <a:r>
              <a:t> overview of the project.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