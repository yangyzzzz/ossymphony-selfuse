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Arrow Formatting Demo - Before Enhancement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828800"/>
            <a:ext cx="274320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371600" y="2743200"/>
            <a:ext cx="1828800" cy="9144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0" y="1828800"/>
            <a:ext cx="0" cy="18288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029200" y="2286000"/>
            <a:ext cx="1828800" cy="182880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state: Basic lines with 0.75 pt width and no arrowheads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