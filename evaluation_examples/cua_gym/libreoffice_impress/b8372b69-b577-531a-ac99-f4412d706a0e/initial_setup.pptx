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3200"/>
              <a:t>Quarterly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000"/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