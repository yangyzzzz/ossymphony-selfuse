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155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156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157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158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159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161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162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163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164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167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168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169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172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173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174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175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177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178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179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181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182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183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184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185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186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187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188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189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191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192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194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195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196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197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198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199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201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202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203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204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205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206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207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208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209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211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212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213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214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215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216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217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218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219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221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222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223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224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225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226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227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228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229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231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232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233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234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235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236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237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238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239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241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242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243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244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245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246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247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248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249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251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252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253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254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255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256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257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258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259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261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262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263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264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265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266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267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268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269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271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272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273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274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275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276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277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278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279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281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282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283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284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285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286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287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288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289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290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291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292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293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A9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Slide 294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Slide 295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