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Simple "Quote"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It's important to "get this right".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"Smart" Quotes vs "Straight" Quotes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Straight double quotes: "Example"</a:t>
            </a:r>
          </a:p>
          <a:p>
            <a:pPr/>
            <a:r>
              <a:t>Straight single quotes: 'Example'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