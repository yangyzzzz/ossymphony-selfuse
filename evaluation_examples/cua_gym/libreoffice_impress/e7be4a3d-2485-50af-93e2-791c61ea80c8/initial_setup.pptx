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Alignment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4572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 marL="182880" marR="182880" marT="182880" marB="18288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 marL="182880" marR="182880" marT="182880" marB="18288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 marL="182880" marR="182880" marT="182880" marB="18288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