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Shapes for Style 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22860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Rectangle</a:t>
            </a:r>
          </a:p>
        </p:txBody>
      </p:sp>
      <p:sp>
        <p:nvSpPr>
          <p:cNvPr id="4" name="Oval 3"/>
          <p:cNvSpPr/>
          <p:nvPr/>
        </p:nvSpPr>
        <p:spPr>
          <a:xfrm>
            <a:off x="4114800" y="1828800"/>
            <a:ext cx="2286000" cy="1371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Oval</a:t>
            </a:r>
          </a:p>
        </p:txBody>
      </p:sp>
      <p:sp>
        <p:nvSpPr>
          <p:cNvPr id="5" name="Block Arc 4"/>
          <p:cNvSpPr/>
          <p:nvPr/>
        </p:nvSpPr>
        <p:spPr>
          <a:xfrm>
            <a:off x="2514600" y="4114800"/>
            <a:ext cx="2286000" cy="1371600"/>
          </a:xfrm>
          <a:prstGeom prst="blockArc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Arrow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