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Advanced Calculus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Math 301 - Lecture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Definite and indefinite integrals</a:t>
            </a:r>
          </a:p>
          <a:p>
            <a:r>
              <a:t>• Fundamental theorem of calculus</a:t>
            </a:r>
          </a:p>
          <a:p>
            <a:r>
              <a:t>• Integration techniques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Integration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Power rule: ∫xⁿ dx = xⁿ⁺¹/(n+1) + C</a:t>
            </a:r>
          </a:p>
          <a:p>
            <a:r>
              <a:t>• Exponential: ∫eˣ dx = eˣ + C</a:t>
            </a:r>
          </a:p>
          <a:p>
            <a:r>
              <a:t>• Trigonometric functions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by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Formula: ∫u dv = uv - ∫v du</a:t>
            </a:r>
          </a:p>
          <a:p>
            <a:r>
              <a:t>• Choosing u and dv</a:t>
            </a:r>
          </a:p>
          <a:p>
            <a:r>
              <a:t>• Practice examples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by Substitution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u-substitution technique</a:t>
            </a:r>
          </a:p>
          <a:p>
            <a:r>
              <a:t>• Chain rule in reverse</a:t>
            </a:r>
          </a:p>
          <a:p>
            <a:r>
              <a:t>• Trigonometric substitutions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Improper Integrals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Infinite limits of integration</a:t>
            </a:r>
          </a:p>
          <a:p>
            <a:r>
              <a:t>• Convergence and divergence</a:t>
            </a:r>
          </a:p>
          <a:p>
            <a:r>
              <a:t>• Comparison tests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Area under curves</a:t>
            </a:r>
          </a:p>
          <a:p>
            <a:r>
              <a:t>• Volume of solids of revolution</a:t>
            </a:r>
          </a:p>
          <a:p>
            <a:r>
              <a:t>• Arc length and surface area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Special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Gamma function</a:t>
            </a:r>
          </a:p>
          <a:p>
            <a:r>
              <a:t>• Beta function</a:t>
            </a:r>
          </a:p>
          <a:p>
            <a:r>
              <a:t>• Error function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Gaussian Integral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Gaussian integral is a fundamental result in calculus and probability theory.</a:t>
            </a:r>
          </a:p>
          <a:p/>
          <a:p>
            <a:r>
              <a:t>It represents the area under the Gaussian (normal) curve and has important applications in:</a:t>
            </a:r>
          </a:p>
          <a:p>
            <a:r>
              <a:t>• Probability and statistics</a:t>
            </a:r>
          </a:p>
          <a:p>
            <a:r>
              <a:t>• Physics and engineering</a:t>
            </a:r>
          </a:p>
          <a:p>
            <a:r>
              <a:t>• Mathematical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