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u="sng"/>
              <a:t>Slide 171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