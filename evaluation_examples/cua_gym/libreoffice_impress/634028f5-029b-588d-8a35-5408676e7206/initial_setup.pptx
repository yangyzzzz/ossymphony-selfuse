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Double  Space  Demo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Task: Replace  all  double  spaces.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 is a sentence  with double  spaces.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Another 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Fix  all  the  double  spaces  here.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