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Content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Content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Content for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7315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Column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Column 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D1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