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  <p:sldId id="433" r:id="rId184"/>
    <p:sldId id="434" r:id="rId185"/>
    <p:sldId id="435" r:id="rId186"/>
    <p:sldId id="436" r:id="rId187"/>
    <p:sldId id="437" r:id="rId188"/>
    <p:sldId id="438" r:id="rId189"/>
    <p:sldId id="439" r:id="rId190"/>
    <p:sldId id="440" r:id="rId191"/>
    <p:sldId id="441" r:id="rId192"/>
    <p:sldId id="442" r:id="rId19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Relationship Id="rId184" Type="http://schemas.openxmlformats.org/officeDocument/2006/relationships/slide" Target="slides/slide178.xml"/><Relationship Id="rId185" Type="http://schemas.openxmlformats.org/officeDocument/2006/relationships/slide" Target="slides/slide179.xml"/><Relationship Id="rId186" Type="http://schemas.openxmlformats.org/officeDocument/2006/relationships/slide" Target="slides/slide180.xml"/><Relationship Id="rId187" Type="http://schemas.openxmlformats.org/officeDocument/2006/relationships/slide" Target="slides/slide181.xml"/><Relationship Id="rId188" Type="http://schemas.openxmlformats.org/officeDocument/2006/relationships/slide" Target="slides/slide182.xml"/><Relationship Id="rId189" Type="http://schemas.openxmlformats.org/officeDocument/2006/relationships/slide" Target="slides/slide183.xml"/><Relationship Id="rId190" Type="http://schemas.openxmlformats.org/officeDocument/2006/relationships/slide" Target="slides/slide184.xml"/><Relationship Id="rId191" Type="http://schemas.openxmlformats.org/officeDocument/2006/relationships/slide" Target="slides/slide185.xml"/><Relationship Id="rId192" Type="http://schemas.openxmlformats.org/officeDocument/2006/relationships/slide" Target="slides/slide186.xml"/><Relationship Id="rId193" Type="http://schemas.openxmlformats.org/officeDocument/2006/relationships/slide" Target="slides/slide18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178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179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180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181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182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183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184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185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186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187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