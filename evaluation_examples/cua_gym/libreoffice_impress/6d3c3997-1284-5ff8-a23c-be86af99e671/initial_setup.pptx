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Line-wrap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Paragraph 1 line 1</a:t>
            </a:r>
            <a:br/>
            <a:r>
              <a:t>Paragraph 1 line 2</a:t>
            </a:r>
            <a:br/>
            <a:r>
              <a:t>Paragraph 1 line 3</a:t>
            </a:r>
          </a:p>
          <a:p>
            <a:r>
              <a:t>Paragraph 2 line 1</a:t>
            </a:r>
            <a:br/>
            <a:r>
              <a:t>Paragraph 2 line 2</a:t>
            </a:r>
            <a:br/>
            <a:r>
              <a:t>Paragraph 2 line 3</a:t>
            </a:r>
          </a:p>
          <a:p>
            <a:r>
              <a:t>Paragraph 3 line 1</a:t>
            </a:r>
            <a:br/>
            <a:r>
              <a:t>Paragraph 3 line 2</a:t>
            </a:r>
            <a:br/>
            <a:r>
              <a:t>Paragraph 3 line 3</a:t>
            </a:r>
          </a:p>
          <a:p>
            <a:r>
              <a:t>Paragraph 4 line 1</a:t>
            </a:r>
            <a:br/>
            <a:r>
              <a:t>Paragraph 4 line 2</a:t>
            </a:r>
            <a:br/>
            <a:r>
              <a:t>Paragraph 4 line 3</a:t>
            </a:r>
          </a:p>
          <a:p>
            <a:r>
              <a:t>Paragraph 5 line 1</a:t>
            </a:r>
            <a:br/>
            <a:r>
              <a:t>Paragraph 5 line 2</a:t>
            </a:r>
            <a:br/>
            <a:r>
              <a:t>Paragraph 5 line 3</a:t>
            </a:r>
          </a:p>
          <a:p>
            <a:r>
              <a:t>Paragraph 6 line 1</a:t>
            </a:r>
            <a:br/>
            <a:r>
              <a:t>Paragraph 6 line 2</a:t>
            </a:r>
            <a:br/>
            <a:r>
              <a:t>Paragraph 6 line 3</a:t>
            </a:r>
          </a:p>
          <a:p>
            <a:r>
              <a:t>Paragraph 7 line 1</a:t>
            </a:r>
            <a:br/>
            <a:r>
              <a:t>Paragraph 7 line 2</a:t>
            </a:r>
            <a:br/>
            <a:r>
              <a:t>Paragraph 7 line 3</a:t>
            </a:r>
          </a:p>
          <a:p>
            <a:r>
              <a:t>Paragraph 8 line 1</a:t>
            </a:r>
            <a:br/>
            <a:r>
              <a:t>Paragraph 8 line 2</a:t>
            </a:r>
            <a:br/>
            <a:r>
              <a:t>Paragraph 8 line 3</a:t>
            </a:r>
          </a:p>
          <a:p>
            <a:r>
              <a:t>Paragraph 9 line 1</a:t>
            </a:r>
            <a:br/>
            <a:r>
              <a:t>Paragraph 9 line 2</a:t>
            </a:r>
            <a:br/>
            <a:r>
              <a:t>Paragraph 9 line 3</a:t>
            </a:r>
          </a:p>
          <a:p>
            <a:r>
              <a:t>Paragraph 10 line 1</a:t>
            </a:r>
            <a:br/>
            <a:r>
              <a:t>Paragraph 10 line 2</a:t>
            </a:r>
            <a:br/>
            <a:r>
              <a:t>Paragraph 10 line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