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Welcome to the status update meeting.</a:t>
            </a:r>
          </a:p>
          <a:p>
            <a:pPr algn="l"/>
            <a:r>
              <a:t>Please review the agenda carefully.</a:t>
            </a:r>
          </a:p>
          <a:p>
            <a:pPr algn="l"/>
            <a:r>
              <a:t>Mr. Smith met with Ms. Johnson and Dr. Brown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