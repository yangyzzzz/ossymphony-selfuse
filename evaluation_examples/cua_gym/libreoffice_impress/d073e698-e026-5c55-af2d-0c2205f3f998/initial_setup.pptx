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  <c:pt idx="3">
                  <c:v>180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Review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performance indicators for the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trends and competitive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product line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breakdown by geographic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and profit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