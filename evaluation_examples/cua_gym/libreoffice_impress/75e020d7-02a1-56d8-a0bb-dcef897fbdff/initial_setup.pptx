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Working on slide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8 - Images Need Alignment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828800" cy="137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011680"/>
            <a:ext cx="1828800" cy="1371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64592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