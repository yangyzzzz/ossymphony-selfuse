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Q2 2024 Status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Team Members</a:t>
            </a:r>
          </a:p>
          <a:p>
            <a:pPr lvl="1"/>
            <a:r>
              <a:t>Sarah Johnson - Project Manager</a:t>
            </a:r>
          </a:p>
          <a:p>
            <a:pPr lvl="1"/>
            <a:r>
              <a:t>Mike Chen - Lead Developer</a:t>
            </a:r>
          </a:p>
          <a:p>
            <a:pPr lvl="1"/>
            <a:r>
              <a:t>Lisa Rodriguez - QA Engineer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Metrics</a:t>
            </a:r>
          </a:p>
          <a:p>
            <a:pPr lvl="1"/>
            <a:r>
              <a:t>Development: 75% Complete</a:t>
            </a:r>
          </a:p>
          <a:p>
            <a:pPr lvl="1"/>
            <a:r>
              <a:t>Testing: 45% Complete</a:t>
            </a:r>
          </a:p>
          <a:p>
            <a:pPr lvl="1"/>
            <a:r>
              <a:t>Documentation: 60% Complete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Milestones</a:t>
            </a:r>
          </a:p>
          <a:p>
            <a:pPr lvl="1"/>
            <a:r>
              <a:t>Phase 1 Complete: March 15</a:t>
            </a:r>
          </a:p>
          <a:p>
            <a:pPr lvl="1"/>
            <a:r>
              <a:t>Phase 2 Complete: May 30</a:t>
            </a:r>
          </a:p>
          <a:p>
            <a:pPr lvl="1"/>
            <a:r>
              <a:t>Final Delivery: July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Upcoming Actions</a:t>
            </a:r>
          </a:p>
          <a:p>
            <a:pPr lvl="1"/>
            <a:r>
              <a:t>Complete integration testing</a:t>
            </a:r>
          </a:p>
          <a:p>
            <a:pPr lvl="1"/>
            <a:r>
              <a:t>Finalize user documentation</a:t>
            </a:r>
          </a:p>
          <a:p>
            <a:pPr lvl="1"/>
            <a:r>
              <a:t>Prepare deployment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