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 Deck – Needs Font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auto-generated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Footer – Slide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