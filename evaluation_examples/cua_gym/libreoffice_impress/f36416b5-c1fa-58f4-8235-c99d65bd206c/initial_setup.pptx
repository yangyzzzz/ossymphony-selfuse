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  <a:effectLst>
                  <a:outerShdw blurRad="40000" dist="20000" dir="5400000">
                    <a:srgbClr val="000000"/>
                    <a:alpha val="38000"/>
                  </a:outerShdw>
                </a:effectLst>
              </a:rPr>
              <a:t>Issue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