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1-1</a:t>
            </a:r>
          </a:p>
          <a:p>
            <a:r>
              <a:t>Bullet 1-2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2-1</a:t>
            </a:r>
          </a:p>
          <a:p>
            <a:r>
              <a:t>Bullet 2-2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3-1</a:t>
            </a:r>
          </a:p>
          <a:p>
            <a:r>
              <a:t>Bullet 3-2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4-1</a:t>
            </a:r>
          </a:p>
          <a:p>
            <a:r>
              <a:t>Bullet 4-2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5-1</a:t>
            </a:r>
          </a:p>
          <a:p>
            <a:r>
              <a:t>Bullet 5-2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6-1</a:t>
            </a:r>
          </a:p>
          <a:p>
            <a:r>
              <a:t>Bullet 6-2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7-1</a:t>
            </a:r>
          </a:p>
          <a:p>
            <a:r>
              <a:t>Bullet 7-2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8-1</a:t>
            </a:r>
          </a:p>
          <a:p>
            <a:r>
              <a:t>Bullet 8-2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9-1</a:t>
            </a:r>
          </a:p>
          <a:p>
            <a:r>
              <a:t>Bullet 9-2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10-1</a:t>
            </a:r>
          </a:p>
          <a:p>
            <a:r>
              <a:t>Bullet 10-2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11-1</a:t>
            </a:r>
          </a:p>
          <a:p>
            <a:r>
              <a:t>Bullet 11-2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12-1</a:t>
            </a:r>
          </a:p>
          <a:p>
            <a:r>
              <a:t>Bullet 12-2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13-1</a:t>
            </a:r>
          </a:p>
          <a:p>
            <a:r>
              <a:t>Bullet 13-2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14-1</a:t>
            </a:r>
          </a:p>
          <a:p>
            <a:r>
              <a:t>Bullet 14-2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15-1</a:t>
            </a:r>
          </a:p>
          <a:p>
            <a:r>
              <a:t>Bullet 15-2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16-1</a:t>
            </a:r>
          </a:p>
          <a:p>
            <a:r>
              <a:t>Bullet 16-2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17-1</a:t>
            </a:r>
          </a:p>
          <a:p>
            <a:r>
              <a:t>Bullet 17-2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18-1</a:t>
            </a:r>
          </a:p>
          <a:p>
            <a:r>
              <a:t>Bullet 18-2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19-1</a:t>
            </a:r>
          </a:p>
          <a:p>
            <a:r>
              <a:t>Bullet 19-2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20-1</a:t>
            </a:r>
          </a:p>
          <a:p>
            <a:r>
              <a:t>Bullet 20-2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21-1</a:t>
            </a:r>
          </a:p>
          <a:p>
            <a:r>
              <a:t>Bullet 21-2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22-1</a:t>
            </a:r>
          </a:p>
          <a:p>
            <a:r>
              <a:t>Bullet 22-2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23-1</a:t>
            </a:r>
          </a:p>
          <a:p>
            <a:r>
              <a:t>Bullet 23-2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24-1</a:t>
            </a:r>
          </a:p>
          <a:p>
            <a:r>
              <a:t>Bullet 24-2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25-1</a:t>
            </a:r>
          </a:p>
          <a:p>
            <a:r>
              <a:t>Bullet 25-2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26-1</a:t>
            </a:r>
          </a:p>
          <a:p>
            <a:r>
              <a:t>Bullet 26-2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27-1</a:t>
            </a:r>
          </a:p>
          <a:p>
            <a:r>
              <a:t>Bullet 27-2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28-1</a:t>
            </a:r>
          </a:p>
          <a:p>
            <a:r>
              <a:t>Bullet 28-2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29-1</a:t>
            </a:r>
          </a:p>
          <a:p>
            <a:r>
              <a:t>Bullet 29-2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30-1</a:t>
            </a:r>
          </a:p>
          <a:p>
            <a:r>
              <a:t>Bullet 30-2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31-1</a:t>
            </a:r>
          </a:p>
          <a:p>
            <a:r>
              <a:t>Bullet 31-2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32-1</a:t>
            </a:r>
          </a:p>
          <a:p>
            <a:r>
              <a:t>Bullet 32-2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33-1</a:t>
            </a:r>
          </a:p>
          <a:p>
            <a:r>
              <a:t>Bullet 33-2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34-1</a:t>
            </a:r>
          </a:p>
          <a:p>
            <a:r>
              <a:t>Bullet 34-2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