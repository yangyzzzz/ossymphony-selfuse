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1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rPr sz="10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R1C3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R2C3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R3C3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R4C3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R5C1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R5C2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R5C3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R6C1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R6C2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R6C3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