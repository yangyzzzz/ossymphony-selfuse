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2024 Progress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sales by 15%</a:t>
            </a:r>
          </a:p>
          <a:p>
            <a:r>
              <a:t>• Launched new product line</a:t>
            </a:r>
          </a:p>
          <a:p>
            <a:r>
              <a:t>• Expanded team by 5 members</a:t>
            </a:r>
          </a:p>
          <a:p>
            <a:r>
              <a:t>• Improved customer satisfaction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Market share increased to 12%</a:t>
            </a:r>
          </a:p>
          <a:p>
            <a:r>
              <a:t>• Competitive landscape analysis</a:t>
            </a:r>
          </a:p>
          <a:p>
            <a:r>
              <a:t>• Customer demographics study</a:t>
            </a:r>
          </a:p>
          <a:p>
            <a:r>
              <a:t>• Regional expansion opportunities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Phase 1: Planning and Research</a:t>
            </a:r>
          </a:p>
          <a:p>
            <a:r>
              <a:t>• Phase 2: Development and Testing</a:t>
            </a:r>
          </a:p>
          <a:p>
            <a:r>
              <a:t>• Phase 3: Implementation and Deployment</a:t>
            </a:r>
          </a:p>
          <a:p>
            <a:r>
              <a:t>• Phase 4: Review and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Continue monitoring progress</a:t>
            </a:r>
          </a:p>
          <a:p>
            <a:r>
              <a:t>• Adjust strategies as needed</a:t>
            </a:r>
          </a:p>
          <a:p>
            <a:r>
              <a:t>• Prepare for Q4 initiatives</a:t>
            </a:r>
          </a:p>
          <a:p>
            <a:r>
              <a:t>• Schedule follow-up meetings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