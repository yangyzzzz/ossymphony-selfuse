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Company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Strategic Vision for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deliver exceptional value through innovative solutions that transform industries and improve lives.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Excellence in everything we do</a:t>
            </a:r>
          </a:p>
          <a:p>
            <a:r>
              <a:t>• Customer-centric approach</a:t>
            </a:r>
          </a:p>
          <a:p>
            <a:r>
              <a:t>• Continuous learning and growth</a:t>
            </a:r>
          </a:p>
          <a:p>
            <a:r>
              <a:t>• Ethical business practices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Initiatives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Digital transformation projects</a:t>
            </a:r>
          </a:p>
          <a:p>
            <a:r>
              <a:t>• Sustainability programs</a:t>
            </a:r>
          </a:p>
          <a:p>
            <a:r>
              <a:t>• Employee development</a:t>
            </a:r>
          </a:p>
          <a:p>
            <a:r>
              <a:t>• Market expansion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