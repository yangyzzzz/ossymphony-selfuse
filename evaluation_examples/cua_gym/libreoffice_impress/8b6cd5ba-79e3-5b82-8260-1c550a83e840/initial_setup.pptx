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Body text for slide 1.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Body text for slide 2.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Body text for slide 3.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Body text for slide 4.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Body text for slide 5.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Body text for slide 6.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7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Body text for slide 7.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8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Body text for slide 8.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9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Body text for slide 9.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10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Body text for slide 10.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Body text for slide 11.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Body text for slide 12.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Body text for slide 13.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Body text for slide 14.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Body text for slide 15.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Body text for slide 16.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17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Body text for slide 17.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18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Body text for slide 18.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19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Body text for slide 19.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20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Body text for slide 20.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Body text for slide 21.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Body text for slide 22.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Body text for slide 23.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Body text for slide 24.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Body text for slide 25.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Body text for slide 26.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27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Body text for slide 27.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28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Body text for slide 28.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29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Body text for slide 29.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30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Body text for slide 30.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Body text for slide 31.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Body text for slide 32.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Body text for slide 33.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Body text for slide 34.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Body text for slide 35.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Body text for slide 36.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37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Body text for slide 37.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38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Body text for slide 38.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39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Body text for slide 39.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40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Body text for slide 40.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Body text for slide 41.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Body text for slide 42.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Body text for slide 43.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Body text for slide 44.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Body text for slide 45.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Body text for slide 46.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47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Body text for slide 47.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48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Body text for slide 48.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49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Body text for slide 49.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50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Body text for slide 50.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Body text for slide 51.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Body text for slide 52.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Body text for slide 53.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Body text for slide 54.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Body text for slide 55.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Body text for slide 56.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57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Body text for slide 57.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58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Body text for slide 58.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59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Body text for slide 59.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60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Body text for slide 60.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61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Body text for slide 61.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62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Body text for slide 62.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63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Body text for slide 63.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64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Body text for slide 64.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65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Body text for slide 65.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66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Body text for slide 66.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