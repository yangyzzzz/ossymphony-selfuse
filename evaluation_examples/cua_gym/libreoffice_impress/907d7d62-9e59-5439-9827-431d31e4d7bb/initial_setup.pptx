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222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223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224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226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227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228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229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230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231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232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233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234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235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236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237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238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239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240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241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242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243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244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245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246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247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 for slide 248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