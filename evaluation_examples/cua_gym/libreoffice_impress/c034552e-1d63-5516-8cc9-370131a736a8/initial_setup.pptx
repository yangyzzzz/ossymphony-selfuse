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slide for table-conversion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paragraph 1.</a:t>
            </a:r>
          </a:p>
          <a:p>
            <a:r>
              <a:t>This is paragraph 2.</a:t>
            </a:r>
          </a:p>
          <a:p>
            <a:r>
              <a:t>This is paragraph 3.</a:t>
            </a:r>
          </a:p>
          <a:p>
            <a:r>
              <a:t>Apples;Oranges;Bananas;Grapes</a:t>
            </a:r>
          </a:p>
          <a:p>
            <a:r>
              <a:t>This is paragraph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