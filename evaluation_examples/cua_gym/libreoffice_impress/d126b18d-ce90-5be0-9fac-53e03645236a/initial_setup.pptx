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2" r:id="rId213"/>
    <p:sldId id="461" r:id="rId2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Backup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