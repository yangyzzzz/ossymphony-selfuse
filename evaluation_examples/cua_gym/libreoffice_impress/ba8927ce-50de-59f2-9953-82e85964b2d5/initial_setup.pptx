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Thank you for participating.</a:t>
            </a:r>
          </a:p>
          <a:p>
            <a:pPr>
              <a:defRPr sz="1800"/>
            </a:pPr>
            <a:r>
              <a:t>Contact us</a:t>
            </a:r>
          </a:p>
          <a:p>
            <a:pPr>
              <a:defRPr sz="1800"/>
            </a:pPr>
            <a:r>
              <a:t>Website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for slide 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