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Enhanced Performance</a:t>
            </a:r>
          </a:p>
          <a:p>
            <a:r>
              <a:t>User-Friendly Interface</a:t>
            </a:r>
          </a:p>
          <a:p>
            <a:r>
              <a:t>Advanced Security</a:t>
            </a:r>
          </a:p>
          <a:p>
            <a:r>
              <a:t>Seamless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attention!</a:t>
            </a:r>
          </a:p>
          <a:p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