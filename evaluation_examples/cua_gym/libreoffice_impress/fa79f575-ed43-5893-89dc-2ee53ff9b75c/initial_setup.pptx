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Company 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160">
                <a:latin typeface="Times New Roman"/>
              </a:defRPr>
            </a:pPr>
            <a:r>
              <a:t>Financial Performance and Strategic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>
                <a:latin typeface="Times New Roman"/>
              </a:defRPr>
            </a:pPr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t>Revenue increased by 15% year-over-year</a:t>
            </a:r>
          </a:p>
          <a:p>
            <a:pPr>
              <a:defRPr sz="1800">
                <a:latin typeface="Times New Roman"/>
              </a:defRPr>
            </a:pPr>
            <a:r>
              <a:t>Customer satisfaction rating: 4.2/5.0</a:t>
            </a:r>
          </a:p>
          <a:p>
            <a:pPr>
              <a:defRPr sz="1800">
                <a:latin typeface="Times New Roman"/>
              </a:defRPr>
            </a:pPr>
            <a:r>
              <a:t>Market share expanded in three key regions</a:t>
            </a:r>
          </a:p>
          <a:p>
            <a:pPr lvl="1">
              <a:defRPr sz="1584">
                <a:latin typeface="Times New Roman"/>
              </a:defRPr>
            </a:pPr>
            <a:r>
              <a:t>North America: +3.2%</a:t>
            </a:r>
          </a:p>
          <a:p>
            <a:pPr lvl="1">
              <a:defRPr sz="1584">
                <a:latin typeface="Times New Roman"/>
              </a:defRPr>
            </a:pPr>
            <a:r>
              <a:t>Europe: +2.8%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>
                <a:latin typeface="Times New Roman"/>
              </a:defRPr>
            </a:pPr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t>Digital transformation roadmap implementation</a:t>
            </a:r>
          </a:p>
          <a:p>
            <a:pPr>
              <a:defRPr sz="1800">
                <a:latin typeface="Times New Roman"/>
              </a:defRPr>
            </a:pPr>
            <a:r>
              <a:t>Sustainability initiatives across all operations</a:t>
            </a:r>
          </a:p>
          <a:p>
            <a:pPr>
              <a:defRPr sz="1800">
                <a:latin typeface="Times New Roman"/>
              </a:defRPr>
            </a:pPr>
            <a:r>
              <a:t>Employee development and training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>
                <a:latin typeface="Times New Roman"/>
              </a:defRPr>
            </a:pPr>
            <a:r>
              <a:t>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 b="1">
                <a:latin typeface="Times New Roman"/>
              </a:defRPr>
            </a:pPr>
            <a:r>
              <a:t>Revenue Growth</a:t>
            </a:r>
          </a:p>
          <a:p>
            <a:pPr>
              <a:defRPr sz="1584">
                <a:latin typeface="Times New Roman"/>
              </a:defRPr>
            </a:pPr>
            <a:r>
              <a:t>Q1: $2.3M (+12%)</a:t>
            </a:r>
          </a:p>
          <a:p>
            <a:pPr>
              <a:defRPr sz="1584">
                <a:latin typeface="Times New Roman"/>
              </a:defRPr>
            </a:pPr>
            <a:r>
              <a:t>Q2: $2.7M (+18%)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 b="1">
                <a:latin typeface="Times New Roman"/>
              </a:defRPr>
            </a:pPr>
            <a:r>
              <a:t>Cost Optimization</a:t>
            </a:r>
          </a:p>
          <a:p>
            <a:pPr>
              <a:defRPr sz="1584">
                <a:latin typeface="Times New Roman"/>
              </a:defRPr>
            </a:pPr>
            <a:r>
              <a:t>Operational costs reduced by 8%</a:t>
            </a:r>
          </a:p>
          <a:p>
            <a:pPr>
              <a:defRPr sz="1584">
                <a:latin typeface="Times New Roman"/>
              </a:defRPr>
            </a:pPr>
            <a:r>
              <a:t>Technology investments: $450K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