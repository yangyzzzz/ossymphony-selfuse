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Welcome to "Quotes" Demo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It's easy to replace quotes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"Smart" devices</a:t>
            </a:r>
          </a:p>
          <a:p>
            <a:pPr>
              <a:defRPr sz="1800"/>
            </a:pPr>
            <a:r>
              <a:t>The word 'quote' is common</a:t>
            </a:r>
          </a:p>
          <a:p>
            <a:pPr>
              <a:defRPr sz="1800"/>
            </a:pPr>
            <a:r>
              <a:t>Replace "all" the quotes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