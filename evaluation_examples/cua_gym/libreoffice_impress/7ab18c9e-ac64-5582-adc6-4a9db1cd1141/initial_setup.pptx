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Our Services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Consultation Meeting</a:t>
            </a:r>
          </a:p>
          <a:p>
            <a:r>
              <a:t>Presented by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Company Overview</a:t>
            </a:r>
          </a:p>
          <a:p>
            <a:r>
              <a:t>• Our Service Portfolio</a:t>
            </a:r>
          </a:p>
          <a:p>
            <a:r>
              <a:t>• How We Can Benefit Your Business</a:t>
            </a:r>
          </a:p>
          <a:p>
            <a:r>
              <a:t>• Next Steps &amp;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Service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Strategic Consulting</a:t>
            </a:r>
          </a:p>
          <a:p>
            <a:r>
              <a:t>• Digital Transformation</a:t>
            </a:r>
          </a:p>
          <a:p>
            <a:r>
              <a:t>• Process Optimization</a:t>
            </a:r>
          </a:p>
          <a:p>
            <a:r>
              <a:t>• Technology Implementation</a:t>
            </a:r>
          </a:p>
          <a:p>
            <a:r>
              <a:t>• Ongoing Support &amp; Maintenance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Benefit Your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Increased Efficiency</a:t>
            </a:r>
          </a:p>
          <a:p>
            <a:r>
              <a:t>• Cost Reduction</a:t>
            </a:r>
          </a:p>
          <a:p>
            <a:r>
              <a:t>• Enhanced Customer Experience</a:t>
            </a:r>
          </a:p>
          <a:p>
            <a:r>
              <a:t>• Competitive Advantage</a:t>
            </a:r>
          </a:p>
          <a:p>
            <a:r>
              <a:t>• Scalable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Schedule detailed assessment</a:t>
            </a:r>
          </a:p>
          <a:p>
            <a:r>
              <a:t>• Develop customized proposal</a:t>
            </a:r>
          </a:p>
          <a:p>
            <a:r>
              <a:t>• Begin implementation planning</a:t>
            </a:r>
          </a:p>
          <a:p>
            <a:r>
              <a:t>•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