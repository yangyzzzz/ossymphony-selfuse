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000000"/>
                </a:solidFill>
              </a:rPr>
              <a:t>•</a:t>
            </a:r>
            <a:r>
              <a:t> </a:t>
            </a:r>
            <a:r>
              <a:rPr sz="1800"/>
              <a:t>Item A</a:t>
            </a:r>
          </a:p>
          <a:p>
            <a:pPr/>
            <a:r>
              <a:rPr sz="1800">
                <a:solidFill>
                  <a:srgbClr val="000000"/>
                </a:solidFill>
              </a:rPr>
              <a:t>•</a:t>
            </a:r>
            <a:r>
              <a:t> </a:t>
            </a:r>
            <a:r>
              <a:rPr sz="1800"/>
              <a:t>Item B</a:t>
            </a:r>
          </a:p>
          <a:p>
            <a:pPr/>
            <a:r>
              <a:rPr sz="1800">
                <a:solidFill>
                  <a:srgbClr val="000000"/>
                </a:solidFill>
              </a:rPr>
              <a:t>•</a:t>
            </a:r>
            <a:r>
              <a:t> </a:t>
            </a:r>
            <a:r>
              <a:rPr sz="1800"/>
              <a:t>Item 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