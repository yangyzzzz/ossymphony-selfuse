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Fruit Inventory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4805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1097280"/>
              </a:tblGrid>
              <a:tr h="3429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Fruit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Quantity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