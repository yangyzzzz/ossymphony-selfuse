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 List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t>Item 1</a:t>
            </a:r>
          </a:p>
          <a:p>
            <a:pPr>
              <a:buChar char="•"/>
            </a:pPr>
            <a:r>
              <a:t>Item 2</a:t>
            </a:r>
          </a:p>
          <a:p>
            <a:pPr>
              <a:buChar char="•"/>
            </a:pPr>
            <a:r>
              <a:t>Item 3</a:t>
            </a:r>
          </a:p>
          <a:p>
            <a:pPr>
              <a:buChar char="•"/>
            </a:pPr>
            <a:r>
              <a:t>Item 4</a:t>
            </a:r>
          </a:p>
          <a:p>
            <a:pPr>
              <a:buChar char="•"/>
            </a:pPr>
            <a:r>
              <a:t>Item 5</a:t>
            </a:r>
          </a:p>
          <a:p>
            <a:pPr>
              <a:buChar char="•"/>
            </a:pPr>
            <a:r>
              <a:t>Item 6</a:t>
            </a:r>
          </a:p>
          <a:p>
            <a:pPr>
              <a:buChar char="•"/>
            </a:pPr>
            <a:r>
              <a:t>Item 7</a:t>
            </a:r>
          </a:p>
          <a:p>
            <a:pPr>
              <a:buChar char="•"/>
            </a:pPr>
            <a:r>
              <a:t>Item 8</a:t>
            </a:r>
          </a:p>
          <a:p>
            <a:pPr>
              <a:buChar char="•"/>
            </a:pPr>
            <a:r>
              <a:t>Item 9</a:t>
            </a:r>
          </a:p>
          <a:p>
            <a:pPr>
              <a:buChar char="•"/>
            </a:pPr>
            <a:r>
              <a:t>Item 10</a:t>
            </a:r>
          </a:p>
          <a:p>
            <a:pPr>
              <a:buChar char="•"/>
            </a:pPr>
            <a:r>
              <a:t>Item 11</a:t>
            </a:r>
          </a:p>
          <a:p>
            <a:pPr>
              <a:buChar char="•"/>
            </a:pPr>
            <a:r>
              <a:t>Item 12</a:t>
            </a:r>
          </a:p>
          <a:p>
            <a:pPr>
              <a:buChar char="•"/>
            </a:pPr>
            <a:r>
              <a:t>Item 13</a:t>
            </a:r>
          </a:p>
          <a:p>
            <a:pPr>
              <a:buChar char="•"/>
            </a:pPr>
            <a:r>
              <a:t>Item 14</a:t>
            </a:r>
          </a:p>
          <a:p>
            <a:pPr>
              <a:buChar char="•"/>
            </a:pPr>
            <a:r>
              <a:t>Item 15</a:t>
            </a:r>
          </a:p>
          <a:p>
            <a:pPr>
              <a:buChar char="•"/>
            </a:pPr>
            <a:r>
              <a:t>Item 16</a:t>
            </a:r>
          </a:p>
          <a:p>
            <a:pPr>
              <a:buChar char="•"/>
            </a:pPr>
            <a:r>
              <a:t>Item 17</a:t>
            </a:r>
          </a:p>
          <a:p>
            <a:pPr>
              <a:buChar char="•"/>
            </a:pPr>
            <a:r>
              <a:t>Item 18</a:t>
            </a:r>
          </a:p>
          <a:p>
            <a:pPr>
              <a:buChar char="•"/>
            </a:pPr>
            <a:r>
              <a:t>Item 19</a:t>
            </a:r>
          </a:p>
          <a:p>
            <a:pPr>
              <a:buChar char="•"/>
            </a:pPr>
            <a:r>
              <a:t>Item 20</a:t>
            </a:r>
          </a:p>
          <a:p>
            <a:pPr>
              <a:buChar char="•"/>
            </a:pPr>
            <a:r>
              <a:t>Item 21</a:t>
            </a:r>
          </a:p>
          <a:p>
            <a:pPr>
              <a:buChar char="•"/>
            </a:pPr>
            <a:r>
              <a:t>Item 22</a:t>
            </a:r>
          </a:p>
          <a:p>
            <a:pPr>
              <a:buChar char="•"/>
            </a:pPr>
            <a:r>
              <a:t>Item 23</a:t>
            </a:r>
          </a:p>
          <a:p>
            <a:pPr>
              <a:buChar char="•"/>
            </a:pPr>
            <a:r>
              <a:t>Item 24</a:t>
            </a:r>
          </a:p>
          <a:p>
            <a:pPr>
              <a:buChar char="•"/>
            </a:pPr>
            <a:r>
              <a:t>Item 25</a:t>
            </a:r>
          </a:p>
          <a:p>
            <a:pPr>
              <a:buChar char="•"/>
            </a:pPr>
            <a:r>
              <a:t>Item 26</a:t>
            </a:r>
          </a:p>
          <a:p>
            <a:pPr>
              <a:buChar char="•"/>
            </a:pPr>
            <a:r>
              <a:t>Item 27</a:t>
            </a:r>
          </a:p>
          <a:p>
            <a:pPr>
              <a:buChar char="•"/>
            </a:pPr>
            <a:r>
              <a:t>Item 28</a:t>
            </a:r>
          </a:p>
          <a:p>
            <a:pPr>
              <a:buChar char="•"/>
            </a:pPr>
            <a:r>
              <a:t>Item 29</a:t>
            </a:r>
          </a:p>
          <a:p>
            <a:pPr>
              <a:buChar char="•"/>
            </a:pPr>
            <a:r>
              <a:t>Item 30</a:t>
            </a:r>
          </a:p>
          <a:p>
            <a:pPr>
              <a:buChar char="•"/>
            </a:pPr>
            <a:r>
              <a:t>Item 31</a:t>
            </a:r>
          </a:p>
          <a:p>
            <a:pPr>
              <a:buChar char="•"/>
            </a:pPr>
            <a:r>
              <a:t>Item 32</a:t>
            </a:r>
          </a:p>
          <a:p>
            <a:pPr>
              <a:buChar char="•"/>
            </a:pPr>
            <a:r>
              <a:t>Item 33</a:t>
            </a:r>
          </a:p>
          <a:p>
            <a:pPr>
              <a:buChar char="•"/>
            </a:pPr>
            <a:r>
              <a:t>Item 34</a:t>
            </a:r>
          </a:p>
          <a:p>
            <a:pPr>
              <a:buChar char="•"/>
            </a:pPr>
            <a:r>
              <a:t>Item 35</a:t>
            </a:r>
          </a:p>
          <a:p>
            <a:pPr>
              <a:buChar char="•"/>
            </a:pPr>
            <a:r>
              <a:t>Item 36</a:t>
            </a:r>
          </a:p>
          <a:p>
            <a:pPr>
              <a:buChar char="•"/>
            </a:pPr>
            <a:r>
              <a:t>Item 37</a:t>
            </a:r>
          </a:p>
          <a:p>
            <a:pPr>
              <a:buChar char="•"/>
            </a:pPr>
            <a:r>
              <a:t>Item 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