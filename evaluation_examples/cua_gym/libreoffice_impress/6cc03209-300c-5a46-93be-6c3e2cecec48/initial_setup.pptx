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Introduction</a:t>
            </a:r>
          </a:p>
          <a:p>
            <a:r>
              <a:t>Financial Highlights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Revenue up 12%</a:t>
            </a:r>
          </a:p>
          <a:p>
            <a:r>
              <a:t>Costs down 4%</a:t>
            </a:r>
          </a:p>
          <a:p>
            <a:r>
              <a:t>Net profit margin +2%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Q2: Market Expansion</a:t>
            </a:r>
          </a:p>
          <a:p>
            <a:r>
              <a:t>Q3: Product Launch</a:t>
            </a:r>
          </a:p>
          <a:p>
            <a:r>
              <a:t>Q4: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Strong revenue growth</a:t>
            </a:r>
          </a:p>
          <a:p>
            <a:r>
              <a:t>Operational efficiency up</a:t>
            </a:r>
          </a:p>
          <a:p>
            <a:r>
              <a:t>Positive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