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1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2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3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4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5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6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7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8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9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10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11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12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13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14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15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16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17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18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19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20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21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22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23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24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25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26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27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28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29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30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31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32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33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34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35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36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37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38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39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40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41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42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43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44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45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46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47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48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49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50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51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52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53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54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55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56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57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58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59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60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61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62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63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64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65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66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67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68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69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70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71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72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73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74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75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76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77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78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79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80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81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82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83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84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85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86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87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88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89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90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91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92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93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94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95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96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97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98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99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100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101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102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103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104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105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106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107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108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109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110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111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112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113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114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115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116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117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118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119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120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121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122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123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124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125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126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127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128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129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130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131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132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133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134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135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136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137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138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139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140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141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142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143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144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145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146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147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148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149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150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 u="none">
                <a:solidFill>
                  <a:srgbClr val="000000"/>
                </a:solidFill>
              </a:rPr>
              <a:t>Slide 151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