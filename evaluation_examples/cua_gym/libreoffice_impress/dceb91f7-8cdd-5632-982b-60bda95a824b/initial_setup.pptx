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first paragraph. It contains two sentences.</a:t>
            </a:r>
          </a:p>
          <a:p>
            <a:pPr/>
            <a:r>
              <a:t>Here is the second paragraph. It also has more than one sentence.</a:t>
            </a:r>
          </a:p>
          <a:p>
            <a:pPr/>
            <a:r>
              <a:t>Third paragraph comes here. Continuing with additional information.</a:t>
            </a:r>
          </a:p>
          <a:p>
            <a:pPr/>
            <a:r>
              <a:t>Finally, this is the fourth paragraph. It wraps up the slide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