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/>
              <a:t>This is the first paragraph with an </a:t>
            </a:r>
            <a:r>
              <a:rPr sz="1800" i="1"/>
              <a:t>italic</a:t>
            </a:r>
            <a:r>
              <a:rPr sz="1800"/>
              <a:t> word example.</a:t>
            </a:r>
          </a:p>
          <a:p>
            <a:pPr algn="l"/>
            <a:r>
              <a:rPr sz="1800"/>
              <a:t>In the second paragraph, certain words are emphasized such as </a:t>
            </a:r>
            <a:r>
              <a:rPr sz="1800" i="1"/>
              <a:t>importance</a:t>
            </a:r>
            <a:r>
              <a:rPr sz="1800"/>
              <a:t> and </a:t>
            </a:r>
            <a:r>
              <a:rPr sz="1800" i="1"/>
              <a:t>style</a:t>
            </a:r>
            <a:r>
              <a:rPr sz="1800"/>
              <a:t>.</a:t>
            </a:r>
          </a:p>
          <a:p>
            <a:pPr algn="l"/>
            <a:r>
              <a:rPr sz="1800"/>
              <a:t>The third paragraph also includes </a:t>
            </a:r>
            <a:r>
              <a:rPr sz="1800" i="1"/>
              <a:t>italic phrases</a:t>
            </a:r>
            <a:r>
              <a:rPr sz="1800"/>
              <a:t> for demonstration.</a:t>
            </a:r>
          </a:p>
          <a:p>
            <a:pPr algn="l"/>
            <a:r>
              <a:rPr sz="1800"/>
              <a:t>Finally, the fourth paragraph finishes the content with </a:t>
            </a:r>
            <a:r>
              <a:rPr sz="1800" i="1"/>
              <a:t>key terms</a:t>
            </a:r>
            <a:r>
              <a:rPr sz="1800"/>
              <a:t> highlighted.</a:t>
            </a:r>
          </a:p>
          <a:p>
            <a:pPr algn="l"/>
            <a:r>
              <a:rPr sz="1800"/>
              <a:t>Any modification made outside the scope, such as the </a:t>
            </a:r>
            <a:r>
              <a:rPr sz="1800" i="1"/>
              <a:t>outside</a:t>
            </a:r>
            <a:r>
              <a:rPr sz="1800"/>
              <a:t> word here, should remain unaffected.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