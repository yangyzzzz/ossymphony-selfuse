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My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Project Overview</a:t>
            </a:r>
          </a:p>
          <a:p>
            <a:pPr/>
            <a:r>
              <a:t>Timeline</a:t>
            </a:r>
          </a:p>
          <a:p>
            <a:pPr/>
            <a:r>
              <a:t>Budget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Details about project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Details about timeline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Details about budget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