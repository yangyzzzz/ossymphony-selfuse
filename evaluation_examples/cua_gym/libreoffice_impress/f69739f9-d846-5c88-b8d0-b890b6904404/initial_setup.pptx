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lper_d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1800000" cy="1800000"/>
          </a:xfrm>
          <a:prstGeom prst="rect">
            <a:avLst/>
          </a:prstGeom>
        </p:spPr>
      </p:pic>
      <p:pic>
        <p:nvPicPr>
          <p:cNvPr id="3" name="Picture 2" descr="helper_d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0" y="2880000"/>
            <a:ext cx="2520000" cy="2520000"/>
          </a:xfrm>
          <a:prstGeom prst="rect">
            <a:avLst/>
          </a:prstGeom>
        </p:spPr>
      </p:pic>
      <p:pic>
        <p:nvPicPr>
          <p:cNvPr id="4" name="Picture 3" descr="helper_d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5040000"/>
            <a:ext cx="3960000" cy="39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