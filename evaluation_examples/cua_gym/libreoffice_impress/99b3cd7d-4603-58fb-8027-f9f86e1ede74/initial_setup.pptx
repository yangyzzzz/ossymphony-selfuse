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Demonstration of picture resizing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720000"/>
            <a:ext cx="36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720000"/>
            <a:ext cx="36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720000"/>
            <a:ext cx="3600000" cy="36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