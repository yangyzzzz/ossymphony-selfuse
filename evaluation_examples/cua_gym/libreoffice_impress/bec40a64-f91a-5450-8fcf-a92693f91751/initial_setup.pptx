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Liberation Sans"/>
              </a:rPr>
              <a:t>Sample content for 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1400">
                <a:latin typeface="Comic Sans MS"/>
              </a:rPr>
              <a:t>Sample content for slide 235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