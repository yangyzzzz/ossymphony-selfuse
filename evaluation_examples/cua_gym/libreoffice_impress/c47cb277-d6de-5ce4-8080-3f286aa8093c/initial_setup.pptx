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Safety-copy demo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Pretend this is slide 1 of 200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This placeholder deck stands in for the real 200-slide presentation the user is working 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This placeholder deck stands in for the real 200-slide presentation the user is working 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This placeholder deck stands in for the real 200-slide presentation the user is working 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This placeholder deck stands in for the real 200-slide presentation the user is working 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