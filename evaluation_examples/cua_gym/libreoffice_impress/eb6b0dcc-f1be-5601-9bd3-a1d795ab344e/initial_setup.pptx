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000000"/>
                </a:solidFill>
                <a:effectLst>
                  <a:outerShdw blurRad="63500" dist="6350" dir="5400000" algn="tl" rotWithShape="0">
                    <a:srgbClr val="000000">
                      <a:alpha val="75000"/>
                    </a:srgbClr>
                  </a:outerShdw>
                </a:effectLst>
              </a:rP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