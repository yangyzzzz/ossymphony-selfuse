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36000" rIns="36000" tIns="36000" bIns="36000"/>
          <a:lstStyle/>
          <a:p>
            <a:r>
              <a:t>Some squeezed content that needs more breathing 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