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i="0">
                <a:solidFill>
                  <a:srgbClr val="000000"/>
                </a:solidFill>
              </a:rPr>
              <a:t>This is the body text for slide 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