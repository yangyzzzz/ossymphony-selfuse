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999" y="1079999"/>
            <a:ext cx="2159999" cy="2159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