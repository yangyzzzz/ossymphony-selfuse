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Overview 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Welcome to our strategic overview</a:t>
            </a:r>
          </a:p>
          <a:p>
            <a:r>
              <a:t>• Key objectives for this quarter</a:t>
            </a:r>
          </a:p>
          <a:p>
            <a:r>
              <a:t>• Roadmap for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Primary findings from market analysis</a:t>
            </a:r>
          </a:p>
          <a:p>
            <a:r>
              <a:t>• Revenue projections and growth targets</a:t>
            </a:r>
          </a:p>
          <a:p>
            <a:r>
              <a:t>• Competitive landscape assessment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Alternative data visualization options</a:t>
            </a:r>
          </a:p>
          <a:p>
            <a:r>
              <a:t>• Secondary analysis methods</a:t>
            </a:r>
          </a:p>
          <a:p>
            <a:r>
              <a:t>• Additional supporting information</a:t>
            </a:r>
          </a:p>
          <a:p>
            <a:r>
              <a:t>• Historical trend comparisons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Detailed methodology notes</a:t>
            </a:r>
          </a:p>
          <a:p>
            <a:r>
              <a:t>• Extended statistical analysis</a:t>
            </a:r>
          </a:p>
          <a:p>
            <a:r>
              <a:t>• Risk mitigation strategies</a:t>
            </a:r>
          </a:p>
          <a:p>
            <a:r>
              <a:t>• Contingency planning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takeaways and recommendations</a:t>
            </a:r>
          </a:p>
          <a:p>
            <a:r>
              <a:t>• Next steps and action items</a:t>
            </a:r>
          </a:p>
          <a:p>
            <a:r>
              <a:t>•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