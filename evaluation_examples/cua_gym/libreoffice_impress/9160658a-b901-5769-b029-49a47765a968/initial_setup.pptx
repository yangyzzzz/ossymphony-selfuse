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Opening slide – visible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Throwaway Placeholder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is kept for reference but will be hidden.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Regular visible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