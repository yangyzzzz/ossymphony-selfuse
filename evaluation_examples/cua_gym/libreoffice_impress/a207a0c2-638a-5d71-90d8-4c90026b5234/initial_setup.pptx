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109 – Demo of Table 1 position issue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1800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</a:tblGrid>
              <a:tr h="5400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