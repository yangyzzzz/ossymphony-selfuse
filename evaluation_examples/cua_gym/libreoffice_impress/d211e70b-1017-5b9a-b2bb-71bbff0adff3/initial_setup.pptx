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Highlight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ighlight val="yellow"/>
              </a:rPr>
              <a:t>This is some text with yellow highlight.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