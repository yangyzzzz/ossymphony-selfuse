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00000" y="720000"/>
          <a:ext cx="54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</a:tblGrid>
              <a:tr h="6000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