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76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77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78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79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80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81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82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83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84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85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86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87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88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89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90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91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92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93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94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95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96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97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98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99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100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101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102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103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104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105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106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107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108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109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110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111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112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113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114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115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116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117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118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119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120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121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122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123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124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125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126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127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128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129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130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131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132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133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134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135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136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137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138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139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140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141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142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143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144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145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146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147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148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149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150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151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152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153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154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155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156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157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158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159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160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161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162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163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164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165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166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167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168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169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170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171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172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173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174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175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176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177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178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179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180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181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182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183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184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185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186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187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188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189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190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191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192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193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194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195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196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197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198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199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200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201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202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203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204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205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206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207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208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209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210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211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212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213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214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215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216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217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218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219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220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221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222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223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224</a:t>
            </a: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225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226</a:t>
            </a: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227</a:t>
            </a: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228</a:t>
            </a: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229</a:t>
            </a: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230</a:t>
            </a: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231</a:t>
            </a: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232</a:t>
            </a: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233</a:t>
            </a: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234</a:t>
            </a: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235</a:t>
            </a: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236</a:t>
            </a: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237</a:t>
            </a: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238</a:t>
            </a: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239</a:t>
            </a: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240</a:t>
            </a: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241</a:t>
            </a: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242</a:t>
            </a: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243</a:t>
            </a: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244</a:t>
            </a: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245</a:t>
            </a: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246</a:t>
            </a: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247</a:t>
            </a: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248</a:t>
            </a: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249</a:t>
            </a: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250</a:t>
            </a: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251</a:t>
            </a: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252</a:t>
            </a: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253</a:t>
            </a: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254</a:t>
            </a: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255</a:t>
            </a: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256</a:t>
            </a: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257</a:t>
            </a: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258</a:t>
            </a: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259</a:t>
            </a: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260</a:t>
            </a: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261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261</a:t>
            </a: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262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262</a:t>
            </a: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263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263</a:t>
            </a: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264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264</a:t>
            </a: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265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265</a:t>
            </a: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266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266</a:t>
            </a: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267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267</a:t>
            </a: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268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268</a:t>
            </a: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269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269</a:t>
            </a: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270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270</a:t>
            </a: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271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271</a:t>
            </a: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272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272</a:t>
            </a: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Pricing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 pricing table here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