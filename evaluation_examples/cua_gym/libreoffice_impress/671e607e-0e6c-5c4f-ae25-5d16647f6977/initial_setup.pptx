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1E90FF"/>
                </a:solidFill>
              </a:rPr>
              <a:t>Last Formatted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