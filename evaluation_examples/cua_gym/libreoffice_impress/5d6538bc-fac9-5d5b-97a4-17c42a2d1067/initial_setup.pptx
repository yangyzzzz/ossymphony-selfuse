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Checklist (to-do)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AutoNum type="arabicPeriod"/>
              <a:defRPr sz="1800"/>
            </a:pPr>
            <a:r>
              <a:t>First milestone</a:t>
            </a:r>
          </a:p>
          <a:p>
            <a:pPr>
              <a:buAutoNum type="arabicPeriod"/>
              <a:defRPr sz="1800"/>
            </a:pPr>
            <a:r>
              <a:t>Second milestone</a:t>
            </a:r>
          </a:p>
          <a:p>
            <a:pPr>
              <a:buAutoNum type="arabicPeriod"/>
              <a:defRPr sz="1800"/>
            </a:pPr>
            <a:r>
              <a:t>Third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