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Our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Introduction to Our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