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Placeholder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Default 16:9 size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2 in a 16:9 deck.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3 in a 16:9 deck.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4 in a 16:9 deck.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5 in a 16:9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