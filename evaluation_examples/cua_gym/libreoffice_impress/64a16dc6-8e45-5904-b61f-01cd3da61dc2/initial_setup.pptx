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t>First point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t>Second point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t>Third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