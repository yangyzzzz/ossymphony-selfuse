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a:lang="de-DE"/>
              <a:t>Annoying multi-word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