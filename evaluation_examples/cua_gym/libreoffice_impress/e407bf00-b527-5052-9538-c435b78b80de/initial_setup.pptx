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Business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Phase 1 completed</a:t>
            </a:r>
          </a:p>
          <a:p>
            <a:r>
              <a:t>• Budget on track</a:t>
            </a:r>
          </a:p>
          <a:p>
            <a:r>
              <a:t>• Team performance excellent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Initiate Phase 2</a:t>
            </a:r>
          </a:p>
          <a:p>
            <a:r>
              <a:t>• Hire additional staff</a:t>
            </a:r>
          </a:p>
          <a:p>
            <a:r>
              <a:t>• Review quarterly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