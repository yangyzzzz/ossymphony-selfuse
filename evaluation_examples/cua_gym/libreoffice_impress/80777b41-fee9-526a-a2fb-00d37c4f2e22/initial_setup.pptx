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0" sz="3200" u="none"/>
              <a:t>Welcome to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0"/>
              <a:t>Status update –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