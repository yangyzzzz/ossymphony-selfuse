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1. It is left-aligned by default.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2. It is left-aligned by default.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3. It is left-aligned by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4. It is left-aligned by default.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5. It is left-aligned by default.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6. It is left-aligned by default.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7. It is left-aligned by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8. It is left-aligned by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9. It is left-aligned by default.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10. It is left-aligned by default.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11. It is left-aligned by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12. It is left-aligned by default.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13. It is left-aligned by default.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14. It is left-aligned by default.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15. It is left-aligned by default.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16. It is left-aligned by default.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17. It is left-aligned by default.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18. It is left-aligned by default.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19. It is left-aligned by default.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20. It is left-aligned by default.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21. It is left-aligned by default.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22. It is left-aligned by default.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23. It is left-aligned by default.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24. It is left-aligned by default.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25. It is left-aligned by default.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26. It is left-aligned by default.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27. It is left-aligned by default.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28. It is left-aligned by default.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29. It is left-aligned by default.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30. It is left-aligned by default.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31. It is left-aligned by default.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32. It is left-aligned by default.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33. It is left-aligned by default.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34. It is left-aligned by default.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35. It is left-aligned by default.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36. It is left-aligned by default.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37. It is left-aligned by default.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38. It is left-aligned by default.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39. It is left-aligned by default.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40. It is left-aligned by default.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41. It is left-aligned by default.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42. It is left-aligned by default.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43. It is left-aligned by default.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44. It is left-aligned by default.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45. It is left-aligned by default.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46. It is left-aligned by default.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47. It is left-aligned by default.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48. It is left-aligned by default.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49. It is left-aligned by default.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50. It is left-aligned by default.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51. It is left-aligned by default.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52. It is left-aligned by default.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53. It is left-aligned by default.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54. It is left-aligned by default.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55. It is left-aligned by default.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56. It is left-aligned by default.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57. It is left-aligned by default.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58. It is left-aligned by default.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59. It is left-aligned by default.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60. It is left-aligned by default.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61. It is left-aligned by default.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62. It is left-aligned by default.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63. It is left-aligned by default.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64. It is left-aligned by default.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65. It is left-aligned by default.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66. It is left-aligned by default.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67. It is left-aligned by default.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68. It is left-aligned by default.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69. It is left-aligned by default.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70. It is left-aligned by default.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71. It is left-aligned by default.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72. It is left-aligned by default.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73. It is left-aligned by default.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74. It is left-aligned by default.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75. It is left-aligned by default.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76. It is left-aligned by default.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77. It is left-aligned by default.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78. It is left-aligned by default.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79. It is left-aligned by default.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80. It is left-aligned by default.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81. It is left-aligned by default.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82. It is left-aligned by default.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83. It is left-aligned by default.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84. It is left-aligned by default.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85. It is left-aligned by default.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86. It is left-aligned by default.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87. It is left-aligned by default.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88. It is left-aligned by default.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89. It is left-aligned by default.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90. It is left-aligned by default.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91. It is left-aligned by default.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92. It is left-aligned by default.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93. It is left-aligned by default.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body text for slide 94. It is left-aligned by default.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