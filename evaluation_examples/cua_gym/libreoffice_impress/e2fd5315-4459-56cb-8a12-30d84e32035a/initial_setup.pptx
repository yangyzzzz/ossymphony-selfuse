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20000" y="720000"/>
          <a:ext cx="216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</a:tblGrid>
              <a:tr h="720000">
                <a:tc>
                  <a:txBody>
                    <a:bodyPr/>
                    <a:lstStyle/>
                    <a:p>
                      <a:r>
                        <a:t>Col1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Col3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t>DataA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