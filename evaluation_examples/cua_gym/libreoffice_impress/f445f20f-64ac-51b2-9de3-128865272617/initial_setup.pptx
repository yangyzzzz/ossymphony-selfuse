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Our company at a glance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Report 2023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