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u="none">
                <a:latin typeface="Arial"/>
              </a:rP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