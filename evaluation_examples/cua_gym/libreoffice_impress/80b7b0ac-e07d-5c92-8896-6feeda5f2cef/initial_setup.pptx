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body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 body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 body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 body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 body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 body content.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7 body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8 body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9 body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10 body content.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11 body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12 body content.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13 body content.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14 body content.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15 body content.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16 body content.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17 body content.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18 body content.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19 body content.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20 body content.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21 body content.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22 body content.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23 body content.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24 body content.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25 body content.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26 body content.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27 body content.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28 body content.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29 body content.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30 body content.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31 body content.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32 body content.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33 body content.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34 body content.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35 body content.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36 body content.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37 body content.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38 body content.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39 body content.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40 body content.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41 body content.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body content on slide 42.</a:t>
            </a:r>
          </a:p>
        </p:txBody>
      </p:sp>
      <p:sp>
        <p:nvSpPr>
          <p:cNvPr id="4" name="Text 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Text Box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