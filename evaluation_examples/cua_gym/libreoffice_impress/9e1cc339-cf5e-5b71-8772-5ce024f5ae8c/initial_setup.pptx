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  <p:sldId id="449" r:id="rId200"/>
    <p:sldId id="450" r:id="rId201"/>
    <p:sldId id="451" r:id="rId202"/>
    <p:sldId id="452" r:id="rId203"/>
    <p:sldId id="453" r:id="rId204"/>
    <p:sldId id="454" r:id="rId205"/>
    <p:sldId id="455" r:id="rId206"/>
    <p:sldId id="456" r:id="rId207"/>
    <p:sldId id="457" r:id="rId208"/>
    <p:sldId id="458" r:id="rId209"/>
    <p:sldId id="459" r:id="rId210"/>
    <p:sldId id="460" r:id="rId211"/>
    <p:sldId id="461" r:id="rId212"/>
    <p:sldId id="462" r:id="rId213"/>
    <p:sldId id="463" r:id="rId214"/>
    <p:sldId id="464" r:id="rId215"/>
    <p:sldId id="465" r:id="rId216"/>
    <p:sldId id="466" r:id="rId217"/>
    <p:sldId id="467" r:id="rId218"/>
    <p:sldId id="468" r:id="rId219"/>
    <p:sldId id="469" r:id="rId220"/>
    <p:sldId id="470" r:id="rId221"/>
    <p:sldId id="471" r:id="rId222"/>
    <p:sldId id="472" r:id="rId223"/>
    <p:sldId id="473" r:id="rId224"/>
    <p:sldId id="474" r:id="rId225"/>
    <p:sldId id="475" r:id="rId226"/>
    <p:sldId id="476" r:id="rId227"/>
    <p:sldId id="477" r:id="rId228"/>
    <p:sldId id="478" r:id="rId229"/>
    <p:sldId id="479" r:id="rId230"/>
    <p:sldId id="480" r:id="rId231"/>
    <p:sldId id="481" r:id="rId232"/>
    <p:sldId id="482" r:id="rId233"/>
    <p:sldId id="483" r:id="rId234"/>
    <p:sldId id="484" r:id="rId235"/>
    <p:sldId id="485" r:id="rId236"/>
    <p:sldId id="486" r:id="rId237"/>
    <p:sldId id="487" r:id="rId23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Relationship Id="rId192" Type="http://schemas.openxmlformats.org/officeDocument/2006/relationships/slide" Target="slides/slide186.xml"/><Relationship Id="rId193" Type="http://schemas.openxmlformats.org/officeDocument/2006/relationships/slide" Target="slides/slide187.xml"/><Relationship Id="rId194" Type="http://schemas.openxmlformats.org/officeDocument/2006/relationships/slide" Target="slides/slide188.xml"/><Relationship Id="rId195" Type="http://schemas.openxmlformats.org/officeDocument/2006/relationships/slide" Target="slides/slide189.xml"/><Relationship Id="rId196" Type="http://schemas.openxmlformats.org/officeDocument/2006/relationships/slide" Target="slides/slide190.xml"/><Relationship Id="rId197" Type="http://schemas.openxmlformats.org/officeDocument/2006/relationships/slide" Target="slides/slide191.xml"/><Relationship Id="rId198" Type="http://schemas.openxmlformats.org/officeDocument/2006/relationships/slide" Target="slides/slide192.xml"/><Relationship Id="rId199" Type="http://schemas.openxmlformats.org/officeDocument/2006/relationships/slide" Target="slides/slide193.xml"/><Relationship Id="rId200" Type="http://schemas.openxmlformats.org/officeDocument/2006/relationships/slide" Target="slides/slide194.xml"/><Relationship Id="rId201" Type="http://schemas.openxmlformats.org/officeDocument/2006/relationships/slide" Target="slides/slide195.xml"/><Relationship Id="rId202" Type="http://schemas.openxmlformats.org/officeDocument/2006/relationships/slide" Target="slides/slide196.xml"/><Relationship Id="rId203" Type="http://schemas.openxmlformats.org/officeDocument/2006/relationships/slide" Target="slides/slide197.xml"/><Relationship Id="rId204" Type="http://schemas.openxmlformats.org/officeDocument/2006/relationships/slide" Target="slides/slide198.xml"/><Relationship Id="rId205" Type="http://schemas.openxmlformats.org/officeDocument/2006/relationships/slide" Target="slides/slide199.xml"/><Relationship Id="rId206" Type="http://schemas.openxmlformats.org/officeDocument/2006/relationships/slide" Target="slides/slide200.xml"/><Relationship Id="rId207" Type="http://schemas.openxmlformats.org/officeDocument/2006/relationships/slide" Target="slides/slide201.xml"/><Relationship Id="rId208" Type="http://schemas.openxmlformats.org/officeDocument/2006/relationships/slide" Target="slides/slide202.xml"/><Relationship Id="rId209" Type="http://schemas.openxmlformats.org/officeDocument/2006/relationships/slide" Target="slides/slide203.xml"/><Relationship Id="rId210" Type="http://schemas.openxmlformats.org/officeDocument/2006/relationships/slide" Target="slides/slide204.xml"/><Relationship Id="rId211" Type="http://schemas.openxmlformats.org/officeDocument/2006/relationships/slide" Target="slides/slide205.xml"/><Relationship Id="rId212" Type="http://schemas.openxmlformats.org/officeDocument/2006/relationships/slide" Target="slides/slide206.xml"/><Relationship Id="rId213" Type="http://schemas.openxmlformats.org/officeDocument/2006/relationships/slide" Target="slides/slide207.xml"/><Relationship Id="rId214" Type="http://schemas.openxmlformats.org/officeDocument/2006/relationships/slide" Target="slides/slide208.xml"/><Relationship Id="rId215" Type="http://schemas.openxmlformats.org/officeDocument/2006/relationships/slide" Target="slides/slide209.xml"/><Relationship Id="rId216" Type="http://schemas.openxmlformats.org/officeDocument/2006/relationships/slide" Target="slides/slide210.xml"/><Relationship Id="rId217" Type="http://schemas.openxmlformats.org/officeDocument/2006/relationships/slide" Target="slides/slide211.xml"/><Relationship Id="rId218" Type="http://schemas.openxmlformats.org/officeDocument/2006/relationships/slide" Target="slides/slide212.xml"/><Relationship Id="rId219" Type="http://schemas.openxmlformats.org/officeDocument/2006/relationships/slide" Target="slides/slide213.xml"/><Relationship Id="rId220" Type="http://schemas.openxmlformats.org/officeDocument/2006/relationships/slide" Target="slides/slide214.xml"/><Relationship Id="rId221" Type="http://schemas.openxmlformats.org/officeDocument/2006/relationships/slide" Target="slides/slide215.xml"/><Relationship Id="rId222" Type="http://schemas.openxmlformats.org/officeDocument/2006/relationships/slide" Target="slides/slide216.xml"/><Relationship Id="rId223" Type="http://schemas.openxmlformats.org/officeDocument/2006/relationships/slide" Target="slides/slide217.xml"/><Relationship Id="rId224" Type="http://schemas.openxmlformats.org/officeDocument/2006/relationships/slide" Target="slides/slide218.xml"/><Relationship Id="rId225" Type="http://schemas.openxmlformats.org/officeDocument/2006/relationships/slide" Target="slides/slide219.xml"/><Relationship Id="rId226" Type="http://schemas.openxmlformats.org/officeDocument/2006/relationships/slide" Target="slides/slide220.xml"/><Relationship Id="rId227" Type="http://schemas.openxmlformats.org/officeDocument/2006/relationships/slide" Target="slides/slide221.xml"/><Relationship Id="rId228" Type="http://schemas.openxmlformats.org/officeDocument/2006/relationships/slide" Target="slides/slide222.xml"/><Relationship Id="rId229" Type="http://schemas.openxmlformats.org/officeDocument/2006/relationships/slide" Target="slides/slide223.xml"/><Relationship Id="rId230" Type="http://schemas.openxmlformats.org/officeDocument/2006/relationships/slide" Target="slides/slide224.xml"/><Relationship Id="rId231" Type="http://schemas.openxmlformats.org/officeDocument/2006/relationships/slide" Target="slides/slide225.xml"/><Relationship Id="rId232" Type="http://schemas.openxmlformats.org/officeDocument/2006/relationships/slide" Target="slides/slide226.xml"/><Relationship Id="rId233" Type="http://schemas.openxmlformats.org/officeDocument/2006/relationships/slide" Target="slides/slide227.xml"/><Relationship Id="rId234" Type="http://schemas.openxmlformats.org/officeDocument/2006/relationships/slide" Target="slides/slide228.xml"/><Relationship Id="rId235" Type="http://schemas.openxmlformats.org/officeDocument/2006/relationships/slide" Target="slides/slide229.xml"/><Relationship Id="rId236" Type="http://schemas.openxmlformats.org/officeDocument/2006/relationships/slide" Target="slides/slide230.xml"/><Relationship Id="rId237" Type="http://schemas.openxmlformats.org/officeDocument/2006/relationships/slide" Target="slides/slide231.xml"/><Relationship Id="rId238" Type="http://schemas.openxmlformats.org/officeDocument/2006/relationships/slide" Target="slides/slide2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170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171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172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173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174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175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176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177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178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179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180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181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182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183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184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185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186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187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188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189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190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191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192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193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194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195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196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197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198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199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200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202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203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204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205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206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207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208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209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211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212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213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214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215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216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217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218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220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221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222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223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224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225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226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227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228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229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230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231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Important Announcement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