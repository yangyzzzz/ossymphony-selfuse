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 content body text that does not match style.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 content body text that does not match style.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 content body text that does not match style.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 content body text that does not match style.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 content body text that does not match style.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 content body text that does not match style.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 content body text that does not match style.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 content body text that does not match style.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 content body text that does not match style.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 content body text that does not match style.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 content body text that does not match style.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 content body text that does not match style.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 content body text that does not match style.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 content body text that does not match style.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 content body text that does not match style.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 content body text that does not match style.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 content body text that does not match style.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 content body text that does not match style.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 content body text that does not match style.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20 content body text that does not match style.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21 content body text that does not match style.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22 content body text that does not match style.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23 content body text that does not match style.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24 content body text that does not match style.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25 content body text that does not match style.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26 content body text that does not match style.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27 content body text that does not match style.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28 content body text that does not match style.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29 content body text that does not match style.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30 content body text that does not match style.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31 content body text that does not match style.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32 content body text that does not match style.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33 content body text that does not match style.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34 content body text that does not match style.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35 content body text that does not match style.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36 content body text that does not match style.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37 content body text that does not match style.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38 content body text that does not match style.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39 content body text that does not match style.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40 content body text that does not match style.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41 content body text that does not match style.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42 content body text that does not match style.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43 content body text that does not match style.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44 content body text that does not match style.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45 content body text that does not match style.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46 content body text that does not match style.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47 content body text that does not match style.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48 content body text that does not match style.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49 content body text that does not match style.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50 content body text that does not match style.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51 content body text that does not match style.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52 content body text that does not match style.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53 content body text that does not match style.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54 content body text that does not match style.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55 content body text that does not match style.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56 content body text that does not match style.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57 content body text that does not match style.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58 content body text that does not match style.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59 content body text that does not match style.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60 content body text that does not match style.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61 content body text that does not match style.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62 content body text that does not match style.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63 content body text that does not match style.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64 content body text that does not match style.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65 content body text that does not match style.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66 content body text that does not match style.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67 content body text that does not match style.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68 content body text that does not match style.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69 content body text that does not match style.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70 content body text that does not match style.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71 content body text that does not match style.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72 content body text that does not match style.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73 content body text that does not match style.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74 content body text that does not match style.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75 content body text that does not match style.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76 content body text that does not match style.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77 content body text that does not match style.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78 content body text that does not match style.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79 content body text that does not match style.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80 content body text that does not match style.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81 content body text that does not match style.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82 content body text that does not match style.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83 content body text that does not match style.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84 content body text that does not match style.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85 content body text that does not match style.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86 content body text that does not match style.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87 content body text that does not match style.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88 content body text that does not match style.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89 content body text that does not match style.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90 content body text that does not match style.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91 content body text that does not match style.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92 content body text that does not match style.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93 content body text that does not match style.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94 content body text that does not match style.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95 content body text that does not match style.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96 content body text that does not match style.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97 content body text that does not match style.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98 content body text that does not match style.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99 content body text that does not match style.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100 content body text that does not match style.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101 content body text that does not match style.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102 content body text that does not match style.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103 content body text that does not match style.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104 content body text that does not match style.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105 content body text that does not match style.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106 content body text that does not match style.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107 content body text that does not match style.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108 content body text that does not match style.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109 content body text that does not match style.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110 content body text that does not match style.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111 content body text that does not match style.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112 content body text that does not match style.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113 content body text that does not match style.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114 content body text that does not match style.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115 content body text that does not match style.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116 content body text that does not match style.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117 content body text that does not match style.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118 content body text that does not match style.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119 content body text that does not match style.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120 content body text that does not match style.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121 content body text that does not match style.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122 content body text that does not match style.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123 content body text that does not match style.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124 content body text that does not match style.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125 content body text that does not match style.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126 content body text that does not match style.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127 content body text that does not match style.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128 content body text that does not match style.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129 content body text that does not match style.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130 content body text that does not match style.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131 content body text that does not match style.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132 content body text that does not match style.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133 content body text that does not match style.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134 content body text that does not match style.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135 content body text that does not match style.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136 content body text that does not match style.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137 content body text that does not match style.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138 content body text that does not match style.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139 content body text that does not match style.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140 content body text that does not match style.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141 content body text that does not match style.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142 content body text that does not match style.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143 content body text that does not match style.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144 content body text that does not match style.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145 content body text that does not match style.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146 content body text that does not match style.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147 content body text that does not match style.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148 content body text that does not match style.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149 content body text that does not match style.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150 content body text that does not match style.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151 content body text that does not match style.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152 content body text that does not match style.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153 content body text that does not match style.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154 content body text that does not match style.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155 content body text that does not match style.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156 content body text that does not match style.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157 content body text that does not match style.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158 content body text that does not match style.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159 content body text that does not match style.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160 content body text that does not match style.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161 content body text that does not match style.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162 content body text that does not match style.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163 content body text that does not match style.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164 content body text that does not match style.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165 content body text that does not match style.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166 content body text that does not match style.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167 content body text that does not match style.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168 content body text that does not match style.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169 content body text that does not match style.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170 content body text that does not match style.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171 content body text that does not match style.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172 content body text that does not match style.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173 content body text that does not match style.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174 content body text that does not match style.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175 content body text that does not match style.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176 content body text that does not match style.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177 content body text that does not match style.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178 content body text that does not match style.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179 content body text that does not match style.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180 content body text that does not match style.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181 content body text that does not match style.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182 content body text that does not match style.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183 content body text that does not match style.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184 content body text that does not match style.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185 content body text that does not match style.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186 content body text that does not match style.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187 content body text that does not match style.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188 content body text that does not match style.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189 content body text that does not match style.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190 content body text that does not match style.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191 content body text that does not match style.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192 content body text that does not match style.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193 content body text that does not match style.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194 content body text that does not match style.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195 content body text that does not match style.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196 content body text that does not match style.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197 content body text that does not match style.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198 content body text that does not match style.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199 content body text that does not match style.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sz="1400"/>
              <a:t>Slide 200 content body text that does not match style.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