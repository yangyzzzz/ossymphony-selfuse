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Our Future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Deliver exceptional value to customers</a:t>
            </a:r>
          </a:p>
          <a:p>
            <a:r>
              <a:t>• Foster innovation and creativity</a:t>
            </a:r>
          </a:p>
          <a:p>
            <a:r>
              <a:t>• Build sustainable business practices</a:t>
            </a:r>
          </a:p>
          <a:p>
            <a:r>
              <a:t>• Create meaningful partnerships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14630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Strategic consulting</a:t>
            </a:r>
          </a:p>
          <a:p>
            <a:r>
              <a:t>• Technology solutions</a:t>
            </a:r>
          </a:p>
          <a:p>
            <a:r>
              <a:t>• Market analysis</a:t>
            </a:r>
          </a:p>
          <a:p>
            <a:r>
              <a:t>• Business development</a:t>
            </a:r>
          </a:p>
          <a:p>
            <a:r>
              <a:t>• Customer support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14630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15+ years of industry experience</a:t>
            </a:r>
          </a:p>
          <a:p>
            <a:r>
              <a:t>• Proven track record of success</a:t>
            </a:r>
          </a:p>
          <a:p>
            <a:r>
              <a:t>• Dedicated team of experts</a:t>
            </a:r>
          </a:p>
          <a:p>
            <a:r>
              <a:t>• Competitive pricing</a:t>
            </a:r>
          </a:p>
          <a:p>
            <a:r>
              <a:t>• 24/7 customer support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14630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Questions and Discussion</a:t>
            </a:r>
          </a:p>
          <a:p>
            <a:r>
              <a:t>• Contact Information:</a:t>
            </a:r>
          </a:p>
          <a:p>
            <a:r>
              <a:t>  - Email: info@company.com</a:t>
            </a:r>
          </a:p>
          <a:p>
            <a:r>
              <a:t>  - Phone: (555) 123-4567</a:t>
            </a:r>
          </a:p>
          <a:p>
            <a:r>
              <a:t>• Visit our website for more details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146304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