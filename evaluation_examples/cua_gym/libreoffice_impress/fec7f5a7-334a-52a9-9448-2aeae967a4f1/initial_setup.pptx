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text 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Second text 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56616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Third text 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