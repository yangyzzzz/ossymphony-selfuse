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Proofing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Paragraph 1</a:t>
            </a:r>
          </a:p>
          <a:p>
            <a:r>
              <a:t>Paragraph 2</a:t>
            </a:r>
          </a:p>
          <a:p>
            <a:r>
              <a:t>Paragraph 3</a:t>
            </a:r>
          </a:p>
          <a:p>
            <a:r>
              <a:t>Paragraph 4</a:t>
            </a:r>
          </a:p>
          <a:p>
            <a:r>
              <a:t>Paragraph 5</a:t>
            </a:r>
          </a:p>
          <a:p>
            <a:r>
              <a:t>Paragraph 6</a:t>
            </a:r>
          </a:p>
          <a:p>
            <a:r>
              <a:t>Paragraph 7</a:t>
            </a:r>
          </a:p>
          <a:p>
            <a:r>
              <a:t>Paragraph 8</a:t>
            </a:r>
          </a:p>
          <a:p>
            <a:r>
              <a:t>Paragraph 9</a:t>
            </a:r>
          </a:p>
          <a:p>
            <a:r>
              <a:t>Paragraph 10</a:t>
            </a:r>
          </a:p>
          <a:p>
            <a:r>
              <a:t>Paragraph 11</a:t>
            </a:r>
          </a:p>
          <a:p>
            <a:r>
              <a:t>Paragraph 12</a:t>
            </a:r>
          </a:p>
          <a:p>
            <a:r>
              <a:t>Paragraph 13</a:t>
            </a:r>
          </a:p>
          <a:p>
            <a:r>
              <a:t>Paragraph 14</a:t>
            </a:r>
          </a:p>
          <a:p>
            <a:r>
              <a:t>Paragraph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