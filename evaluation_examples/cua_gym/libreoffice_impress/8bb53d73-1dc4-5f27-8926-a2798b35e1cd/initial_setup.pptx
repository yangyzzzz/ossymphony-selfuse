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Q1 – 10 %</a:t>
            </a:r>
          </a:p>
          <a:p>
            <a:pPr>
              <a:defRPr sz="1800"/>
            </a:pPr>
            <a:r>
              <a:t>Q2 – 12 %</a:t>
            </a:r>
          </a:p>
          <a:p>
            <a:pPr>
              <a:defRPr sz="1800"/>
            </a:pPr>
            <a:r>
              <a:t>Q3 – 15 %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