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High-Quality Image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Premium Quality Materials</a:t>
            </a:r>
          </a:p>
          <a:p>
            <a:r>
              <a:t>• Advanced Technology</a:t>
            </a:r>
          </a:p>
          <a:p>
            <a:r>
              <a:t>• Customer Satisfaction Guaranteed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Exceptional performance across all key metrics with 300% improvement over previous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Scalable Infrastructure</a:t>
            </a:r>
          </a:p>
          <a:p>
            <a:r>
              <a:t>• Cloud-Native Design</a:t>
            </a:r>
          </a:p>
          <a:p>
            <a:r>
              <a:t>• Enterprise Security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