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Unstyled Title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remains untouched.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