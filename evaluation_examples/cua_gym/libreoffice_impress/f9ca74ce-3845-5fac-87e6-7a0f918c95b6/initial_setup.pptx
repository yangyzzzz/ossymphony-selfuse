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Alpha</a:t>
            </a:r>
          </a:p>
          <a:p>
            <a:pPr>
              <a:defRPr/>
            </a:pPr>
            <a:r>
              <a:t>Beta</a:t>
            </a:r>
          </a:p>
          <a:p>
            <a:pPr>
              <a:defRPr/>
            </a:pPr>
            <a:r>
              <a:t>Gamma</a:t>
            </a:r>
          </a:p>
          <a:p>
            <a:pPr>
              <a:defRPr/>
            </a:pPr>
            <a:r>
              <a:t>Delta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