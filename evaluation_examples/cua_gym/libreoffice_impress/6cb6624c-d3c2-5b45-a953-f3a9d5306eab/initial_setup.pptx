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 deck for GUI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13.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14.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15.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16.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17.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19.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20.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21.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22.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23.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24.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25.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26.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27.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28.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29.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30.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31.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32.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33.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34.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35.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36.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37.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38.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39.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40.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41.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42.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for slide 43.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Detailed steps go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