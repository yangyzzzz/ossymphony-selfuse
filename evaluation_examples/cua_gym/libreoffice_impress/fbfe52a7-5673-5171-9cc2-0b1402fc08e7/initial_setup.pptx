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08000" y="108000"/>
          <a:ext cx="3599997" cy="1079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999"/>
                <a:gridCol w="1080000"/>
                <a:gridCol w="1439999"/>
                <a:gridCol w="719999"/>
              </a:tblGrid>
              <a:tr h="359999"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R1C4</a:t>
                      </a:r>
                    </a:p>
                  </a:txBody>
                  <a:tcPr/>
                </a:tc>
              </a:tr>
              <a:tr h="359999"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R2C4</a:t>
                      </a:r>
                    </a:p>
                  </a:txBody>
                  <a:tcPr/>
                </a:tc>
              </a:tr>
              <a:tr h="359999"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