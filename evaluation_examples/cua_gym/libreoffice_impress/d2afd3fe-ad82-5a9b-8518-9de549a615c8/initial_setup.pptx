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7AB"/>
                </a:solidFill>
              </a:rPr>
              <a:t>Important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First point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Second point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Third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