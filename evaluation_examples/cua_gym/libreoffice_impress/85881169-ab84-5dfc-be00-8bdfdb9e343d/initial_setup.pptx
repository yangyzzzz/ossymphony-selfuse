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Physics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Classical Mechanics and Motion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motion</a:t>
            </a:r>
          </a:p>
          <a:p>
            <a:r>
              <a:t>• Circular motion</a:t>
            </a:r>
          </a:p>
          <a:p>
            <a:r>
              <a:t>• Rotational dynamics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Newton's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Law: Inertia</a:t>
            </a:r>
          </a:p>
          <a:p>
            <a:r>
              <a:t>• Second Law: F = ma</a:t>
            </a:r>
          </a:p>
          <a:p>
            <a:r>
              <a:t>• Third Law: Action-Reaction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and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Kinetic Energy: KE = ½mv²</a:t>
            </a:r>
          </a:p>
          <a:p>
            <a:r>
              <a:t>• Potential Energy</a:t>
            </a:r>
          </a:p>
          <a:p>
            <a:r>
              <a:t>• Conservation of Energy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Momentum: p = mv</a:t>
            </a:r>
          </a:p>
          <a:p>
            <a:r>
              <a:t>• Conservation of Momentum</a:t>
            </a:r>
          </a:p>
          <a:p>
            <a:r>
              <a:t>• Impulse-Momentum Theorem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60"/>
              <a:t>The angular momentum is given by:</a:t>
            </a:r>
          </a:p>
          <a:p>
            <a:pPr algn="ctr"/>
          </a:p>
          <a:p>
            <a:pPr algn="ctr"/>
            <a:r>
              <a:rPr sz="2160"/>
              <a:t>L = mvrΩ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