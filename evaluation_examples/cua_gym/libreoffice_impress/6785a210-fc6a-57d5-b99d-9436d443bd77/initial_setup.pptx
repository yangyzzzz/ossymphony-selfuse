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paragraph providing an introduction.</a:t>
            </a:r>
          </a:p>
          <a:p>
            <a:r>
              <a:t>The second paragraph offers background information.</a:t>
            </a:r>
          </a:p>
          <a:p>
            <a:r>
              <a:t>The third paragraph starts with an overview of the methodology. Additional sentences provide more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