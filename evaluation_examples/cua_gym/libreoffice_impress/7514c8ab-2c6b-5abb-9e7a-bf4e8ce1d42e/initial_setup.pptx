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 will be updated.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Report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