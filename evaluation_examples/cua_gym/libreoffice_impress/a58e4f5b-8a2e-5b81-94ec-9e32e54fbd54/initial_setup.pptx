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Report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our quarterly analysis:</a:t>
            </a:r>
          </a:p>
          <a:p/>
          <a:p>
            <a:r>
              <a:t>• Revenue increased by 15%</a:t>
            </a:r>
          </a:p>
          <a:p>
            <a:r>
              <a:t>• Customer satisfaction up 8%</a:t>
            </a:r>
          </a:p>
          <a:p>
            <a:r>
              <a:t>• Market share expanded by 3%</a:t>
            </a:r>
          </a:p>
          <a:p/>
          <a:p>
            <a:r>
              <a:t>For more information, click Details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40">
                <a:solidFill>
                  <a:srgbClr val="0000FF"/>
                </a:solidFill>
              </a:defRPr>
            </a:pPr>
            <a:r>
              <a:t>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 content.</a:t>
            </a:r>
          </a:p>
          <a:p/>
          <a:p>
            <a:r>
              <a:t>Sample information and data points go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Financial Analysis</a:t>
            </a:r>
          </a:p>
          <a:p/>
          <a:p>
            <a:r>
              <a:t>• Quarterly revenue breakdown</a:t>
            </a:r>
          </a:p>
          <a:p>
            <a:r>
              <a:t>• Cost analysis by department</a:t>
            </a:r>
          </a:p>
          <a:p>
            <a:r>
              <a:t>• Projected growth metrics</a:t>
            </a:r>
          </a:p>
          <a:p>
            <a:r>
              <a:t>• Market comparison data</a:t>
            </a:r>
          </a:p>
          <a:p>
            <a:r>
              <a:t>• Risk assessment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