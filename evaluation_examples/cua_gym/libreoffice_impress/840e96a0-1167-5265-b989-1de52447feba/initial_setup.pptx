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the first slide.</a:t>
            </a:r>
          </a:p>
        </p:txBody>
      </p:sp>
      <p:sp>
        <p:nvSpPr>
          <p:cNvPr id="4" name="HeaderPlaceholder"/>
          <p:cNvSpPr txBox="1"/>
          <p:nvPr/>
        </p:nvSpPr>
        <p:spPr>
          <a:xfrm>
            <a:off x="914400" y="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Header Text</a:t>
            </a:r>
          </a:p>
        </p:txBody>
      </p:sp>
      <p:sp>
        <p:nvSpPr>
          <p:cNvPr id="5" name="FooterPlaceholder"/>
          <p:cNvSpPr txBox="1"/>
          <p:nvPr/>
        </p:nvSpPr>
        <p:spPr>
          <a:xfrm>
            <a:off x="914400" y="6309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Footer Text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continues on the second slide.</a:t>
            </a:r>
          </a:p>
        </p:txBody>
      </p:sp>
      <p:sp>
        <p:nvSpPr>
          <p:cNvPr id="4" name="HeaderPlaceholder"/>
          <p:cNvSpPr txBox="1"/>
          <p:nvPr/>
        </p:nvSpPr>
        <p:spPr>
          <a:xfrm>
            <a:off x="914400" y="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Header Text</a:t>
            </a:r>
          </a:p>
        </p:txBody>
      </p:sp>
      <p:sp>
        <p:nvSpPr>
          <p:cNvPr id="5" name="FooterPlaceholder"/>
          <p:cNvSpPr txBox="1"/>
          <p:nvPr/>
        </p:nvSpPr>
        <p:spPr>
          <a:xfrm>
            <a:off x="914400" y="6309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Footer 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